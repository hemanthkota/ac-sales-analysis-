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64" r:id="rId4"/>
    <p:sldId id="280" r:id="rId5"/>
    <p:sldId id="266" r:id="rId6"/>
    <p:sldId id="281" r:id="rId7"/>
    <p:sldId id="263" r:id="rId8"/>
    <p:sldId id="261" r:id="rId9"/>
    <p:sldId id="265" r:id="rId10"/>
    <p:sldId id="258" r:id="rId11"/>
    <p:sldId id="260" r:id="rId12"/>
    <p:sldId id="267" r:id="rId13"/>
    <p:sldId id="272" r:id="rId14"/>
    <p:sldId id="271" r:id="rId15"/>
    <p:sldId id="270" r:id="rId16"/>
    <p:sldId id="269" r:id="rId17"/>
    <p:sldId id="273" r:id="rId18"/>
    <p:sldId id="276" r:id="rId19"/>
    <p:sldId id="259" r:id="rId20"/>
    <p:sldId id="274" r:id="rId21"/>
    <p:sldId id="268" r:id="rId22"/>
    <p:sldId id="277" r:id="rId23"/>
    <p:sldId id="282" r:id="rId24"/>
    <p:sldId id="283" r:id="rId25"/>
    <p:sldId id="279" r:id="rId26"/>
    <p:sldId id="27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EE3469-75C6-45E3-81DD-90910AB7A0CA}" v="7" dt="2026-01-31T08:56:12.9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11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nth Kota" userId="823b69a2e97e9c39" providerId="LiveId" clId="{AF0228AB-C00E-4F2E-843A-623FED3C4A2A}"/>
    <pc:docChg chg="undo custSel delSld modSld sldOrd">
      <pc:chgData name="Hemanth Kota" userId="823b69a2e97e9c39" providerId="LiveId" clId="{AF0228AB-C00E-4F2E-843A-623FED3C4A2A}" dt="2026-01-31T10:14:57.697" v="500" actId="20577"/>
      <pc:docMkLst>
        <pc:docMk/>
      </pc:docMkLst>
      <pc:sldChg chg="addSp delSp modSp mod">
        <pc:chgData name="Hemanth Kota" userId="823b69a2e97e9c39" providerId="LiveId" clId="{AF0228AB-C00E-4F2E-843A-623FED3C4A2A}" dt="2026-01-31T08:57:12.377" v="322" actId="255"/>
        <pc:sldMkLst>
          <pc:docMk/>
          <pc:sldMk cId="3907840419" sldId="261"/>
        </pc:sldMkLst>
        <pc:spChg chg="add mod">
          <ac:chgData name="Hemanth Kota" userId="823b69a2e97e9c39" providerId="LiveId" clId="{AF0228AB-C00E-4F2E-843A-623FED3C4A2A}" dt="2026-01-31T08:57:12.377" v="322" actId="255"/>
          <ac:spMkLst>
            <pc:docMk/>
            <pc:sldMk cId="3907840419" sldId="261"/>
            <ac:spMk id="3" creationId="{9A8FB145-AA37-7895-3ACE-A41DEA0958D0}"/>
          </ac:spMkLst>
        </pc:spChg>
        <pc:spChg chg="del mod">
          <ac:chgData name="Hemanth Kota" userId="823b69a2e97e9c39" providerId="LiveId" clId="{AF0228AB-C00E-4F2E-843A-623FED3C4A2A}" dt="2026-01-31T08:53:21.671" v="305"/>
          <ac:spMkLst>
            <pc:docMk/>
            <pc:sldMk cId="3907840419" sldId="261"/>
            <ac:spMk id="5" creationId="{99435F0C-CB6A-067F-4674-EA452E5C304E}"/>
          </ac:spMkLst>
        </pc:spChg>
        <pc:picChg chg="mod">
          <ac:chgData name="Hemanth Kota" userId="823b69a2e97e9c39" providerId="LiveId" clId="{AF0228AB-C00E-4F2E-843A-623FED3C4A2A}" dt="2026-01-31T08:55:22.015" v="313" actId="14100"/>
          <ac:picMkLst>
            <pc:docMk/>
            <pc:sldMk cId="3907840419" sldId="261"/>
            <ac:picMk id="4" creationId="{306C5128-064D-D79E-08DA-CECD75870A0C}"/>
          </ac:picMkLst>
        </pc:picChg>
      </pc:sldChg>
      <pc:sldChg chg="modSp mod">
        <pc:chgData name="Hemanth Kota" userId="823b69a2e97e9c39" providerId="LiveId" clId="{AF0228AB-C00E-4F2E-843A-623FED3C4A2A}" dt="2026-01-31T09:48:01.920" v="408" actId="20577"/>
        <pc:sldMkLst>
          <pc:docMk/>
          <pc:sldMk cId="2320440281" sldId="263"/>
        </pc:sldMkLst>
        <pc:spChg chg="mod">
          <ac:chgData name="Hemanth Kota" userId="823b69a2e97e9c39" providerId="LiveId" clId="{AF0228AB-C00E-4F2E-843A-623FED3C4A2A}" dt="2026-01-31T09:48:01.920" v="408" actId="20577"/>
          <ac:spMkLst>
            <pc:docMk/>
            <pc:sldMk cId="2320440281" sldId="263"/>
            <ac:spMk id="3" creationId="{548B44B8-E4C8-E209-F21C-7A7D9E59136C}"/>
          </ac:spMkLst>
        </pc:spChg>
      </pc:sldChg>
      <pc:sldChg chg="modSp mod">
        <pc:chgData name="Hemanth Kota" userId="823b69a2e97e9c39" providerId="LiveId" clId="{AF0228AB-C00E-4F2E-843A-623FED3C4A2A}" dt="2026-01-31T09:39:19.774" v="343" actId="255"/>
        <pc:sldMkLst>
          <pc:docMk/>
          <pc:sldMk cId="4056187244" sldId="264"/>
        </pc:sldMkLst>
        <pc:spChg chg="mod">
          <ac:chgData name="Hemanth Kota" userId="823b69a2e97e9c39" providerId="LiveId" clId="{AF0228AB-C00E-4F2E-843A-623FED3C4A2A}" dt="2026-01-31T09:39:19.774" v="343" actId="255"/>
          <ac:spMkLst>
            <pc:docMk/>
            <pc:sldMk cId="4056187244" sldId="264"/>
            <ac:spMk id="5" creationId="{825C26B7-06C3-596F-D034-0730D3B0BF50}"/>
          </ac:spMkLst>
        </pc:spChg>
      </pc:sldChg>
      <pc:sldChg chg="modSp mod">
        <pc:chgData name="Hemanth Kota" userId="823b69a2e97e9c39" providerId="LiveId" clId="{AF0228AB-C00E-4F2E-843A-623FED3C4A2A}" dt="2026-01-31T08:58:03.521" v="324" actId="1076"/>
        <pc:sldMkLst>
          <pc:docMk/>
          <pc:sldMk cId="3546388413" sldId="265"/>
        </pc:sldMkLst>
        <pc:picChg chg="mod">
          <ac:chgData name="Hemanth Kota" userId="823b69a2e97e9c39" providerId="LiveId" clId="{AF0228AB-C00E-4F2E-843A-623FED3C4A2A}" dt="2026-01-31T08:58:03.521" v="324" actId="1076"/>
          <ac:picMkLst>
            <pc:docMk/>
            <pc:sldMk cId="3546388413" sldId="265"/>
            <ac:picMk id="8" creationId="{C5B791C8-7D06-310E-2A4E-33E67203A002}"/>
          </ac:picMkLst>
        </pc:picChg>
      </pc:sldChg>
      <pc:sldChg chg="del">
        <pc:chgData name="Hemanth Kota" userId="823b69a2e97e9c39" providerId="LiveId" clId="{AF0228AB-C00E-4F2E-843A-623FED3C4A2A}" dt="2026-01-31T06:29:02.614" v="221" actId="2696"/>
        <pc:sldMkLst>
          <pc:docMk/>
          <pc:sldMk cId="1624356867" sldId="275"/>
        </pc:sldMkLst>
      </pc:sldChg>
      <pc:sldChg chg="modSp mod">
        <pc:chgData name="Hemanth Kota" userId="823b69a2e97e9c39" providerId="LiveId" clId="{AF0228AB-C00E-4F2E-843A-623FED3C4A2A}" dt="2026-01-31T10:08:33.419" v="424" actId="20577"/>
        <pc:sldMkLst>
          <pc:docMk/>
          <pc:sldMk cId="608688651" sldId="277"/>
        </pc:sldMkLst>
        <pc:spChg chg="mod">
          <ac:chgData name="Hemanth Kota" userId="823b69a2e97e9c39" providerId="LiveId" clId="{AF0228AB-C00E-4F2E-843A-623FED3C4A2A}" dt="2026-01-31T08:59:14.382" v="335" actId="14100"/>
          <ac:spMkLst>
            <pc:docMk/>
            <pc:sldMk cId="608688651" sldId="277"/>
            <ac:spMk id="5" creationId="{6F51FCC9-213D-9970-8D84-81368C2EEBFC}"/>
          </ac:spMkLst>
        </pc:spChg>
        <pc:spChg chg="mod">
          <ac:chgData name="Hemanth Kota" userId="823b69a2e97e9c39" providerId="LiveId" clId="{AF0228AB-C00E-4F2E-843A-623FED3C4A2A}" dt="2026-01-31T10:08:33.419" v="424" actId="20577"/>
          <ac:spMkLst>
            <pc:docMk/>
            <pc:sldMk cId="608688651" sldId="277"/>
            <ac:spMk id="9" creationId="{C0D62542-575B-F733-451F-9C1270EBF30E}"/>
          </ac:spMkLst>
        </pc:spChg>
      </pc:sldChg>
      <pc:sldChg chg="modSp mod">
        <pc:chgData name="Hemanth Kota" userId="823b69a2e97e9c39" providerId="LiveId" clId="{AF0228AB-C00E-4F2E-843A-623FED3C4A2A}" dt="2026-01-31T10:14:57.697" v="500" actId="20577"/>
        <pc:sldMkLst>
          <pc:docMk/>
          <pc:sldMk cId="4259510992" sldId="279"/>
        </pc:sldMkLst>
        <pc:spChg chg="mod">
          <ac:chgData name="Hemanth Kota" userId="823b69a2e97e9c39" providerId="LiveId" clId="{AF0228AB-C00E-4F2E-843A-623FED3C4A2A}" dt="2026-01-31T10:14:57.697" v="500" actId="20577"/>
          <ac:spMkLst>
            <pc:docMk/>
            <pc:sldMk cId="4259510992" sldId="279"/>
            <ac:spMk id="3" creationId="{BC783B13-C3BD-66E2-9BE0-2B91CFFC677E}"/>
          </ac:spMkLst>
        </pc:spChg>
      </pc:sldChg>
      <pc:sldChg chg="addSp delSp modSp mod ord">
        <pc:chgData name="Hemanth Kota" userId="823b69a2e97e9c39" providerId="LiveId" clId="{AF0228AB-C00E-4F2E-843A-623FED3C4A2A}" dt="2026-01-31T08:52:57.696" v="291" actId="12"/>
        <pc:sldMkLst>
          <pc:docMk/>
          <pc:sldMk cId="4270873029" sldId="281"/>
        </pc:sldMkLst>
        <pc:spChg chg="add del mod">
          <ac:chgData name="Hemanth Kota" userId="823b69a2e97e9c39" providerId="LiveId" clId="{AF0228AB-C00E-4F2E-843A-623FED3C4A2A}" dt="2026-01-31T08:51:04.648" v="277" actId="478"/>
          <ac:spMkLst>
            <pc:docMk/>
            <pc:sldMk cId="4270873029" sldId="281"/>
            <ac:spMk id="2" creationId="{1889F415-10AD-A12D-631E-AB1513860C29}"/>
          </ac:spMkLst>
        </pc:spChg>
        <pc:spChg chg="add mod">
          <ac:chgData name="Hemanth Kota" userId="823b69a2e97e9c39" providerId="LiveId" clId="{AF0228AB-C00E-4F2E-843A-623FED3C4A2A}" dt="2026-01-31T08:52:57.696" v="291" actId="12"/>
          <ac:spMkLst>
            <pc:docMk/>
            <pc:sldMk cId="4270873029" sldId="281"/>
            <ac:spMk id="3" creationId="{B6F0E197-5951-7CC8-B7A6-57714AA3D04C}"/>
          </ac:spMkLst>
        </pc:spChg>
        <pc:spChg chg="mod">
          <ac:chgData name="Hemanth Kota" userId="823b69a2e97e9c39" providerId="LiveId" clId="{AF0228AB-C00E-4F2E-843A-623FED3C4A2A}" dt="2026-01-31T08:45:54.266" v="242" actId="122"/>
          <ac:spMkLst>
            <pc:docMk/>
            <pc:sldMk cId="4270873029" sldId="281"/>
            <ac:spMk id="4" creationId="{188977D7-D36E-F2FB-0B4B-296BA8807D45}"/>
          </ac:spMkLst>
        </pc:spChg>
        <pc:spChg chg="del mod">
          <ac:chgData name="Hemanth Kota" userId="823b69a2e97e9c39" providerId="LiveId" clId="{AF0228AB-C00E-4F2E-843A-623FED3C4A2A}" dt="2026-01-31T08:45:16.521" v="225"/>
          <ac:spMkLst>
            <pc:docMk/>
            <pc:sldMk cId="4270873029" sldId="281"/>
            <ac:spMk id="7" creationId="{1E566127-9541-10CA-2C03-A90AA0734009}"/>
          </ac:spMkLst>
        </pc:spChg>
        <pc:picChg chg="mod">
          <ac:chgData name="Hemanth Kota" userId="823b69a2e97e9c39" providerId="LiveId" clId="{AF0228AB-C00E-4F2E-843A-623FED3C4A2A}" dt="2026-01-31T08:46:36.393" v="258" actId="14100"/>
          <ac:picMkLst>
            <pc:docMk/>
            <pc:sldMk cId="4270873029" sldId="281"/>
            <ac:picMk id="5" creationId="{9C67611A-0DF8-EFBB-E636-995365A9338A}"/>
          </ac:picMkLst>
        </pc:picChg>
      </pc:sldChg>
      <pc:sldChg chg="modSp mod">
        <pc:chgData name="Hemanth Kota" userId="823b69a2e97e9c39" providerId="LiveId" clId="{AF0228AB-C00E-4F2E-843A-623FED3C4A2A}" dt="2026-01-31T10:13:04.767" v="497" actId="20577"/>
        <pc:sldMkLst>
          <pc:docMk/>
          <pc:sldMk cId="3181288212" sldId="283"/>
        </pc:sldMkLst>
        <pc:spChg chg="mod">
          <ac:chgData name="Hemanth Kota" userId="823b69a2e97e9c39" providerId="LiveId" clId="{AF0228AB-C00E-4F2E-843A-623FED3C4A2A}" dt="2026-01-31T10:13:04.767" v="497" actId="20577"/>
          <ac:spMkLst>
            <pc:docMk/>
            <pc:sldMk cId="3181288212" sldId="283"/>
            <ac:spMk id="4" creationId="{0D2F0704-DC12-4528-C2FF-0CDF0BE25BB8}"/>
          </ac:spMkLst>
        </pc:spChg>
      </pc:sldChg>
      <pc:sldChg chg="modSp mod">
        <pc:chgData name="Hemanth Kota" userId="823b69a2e97e9c39" providerId="LiveId" clId="{AF0228AB-C00E-4F2E-843A-623FED3C4A2A}" dt="2026-01-31T08:46:20.098" v="257" actId="20577"/>
        <pc:sldMkLst>
          <pc:docMk/>
          <pc:sldMk cId="1335185102" sldId="284"/>
        </pc:sldMkLst>
        <pc:spChg chg="mod">
          <ac:chgData name="Hemanth Kota" userId="823b69a2e97e9c39" providerId="LiveId" clId="{AF0228AB-C00E-4F2E-843A-623FED3C4A2A}" dt="2026-01-31T08:46:20.098" v="257" actId="20577"/>
          <ac:spMkLst>
            <pc:docMk/>
            <pc:sldMk cId="1335185102" sldId="284"/>
            <ac:spMk id="4" creationId="{6F61F664-4056-8256-DD4D-3F0DA7E6902F}"/>
          </ac:spMkLst>
        </pc:spChg>
        <pc:spChg chg="mod">
          <ac:chgData name="Hemanth Kota" userId="823b69a2e97e9c39" providerId="LiveId" clId="{AF0228AB-C00E-4F2E-843A-623FED3C4A2A}" dt="2026-01-31T05:51:39.492" v="216" actId="1076"/>
          <ac:spMkLst>
            <pc:docMk/>
            <pc:sldMk cId="1335185102" sldId="284"/>
            <ac:spMk id="5" creationId="{E6E1CCFF-8F49-DE42-C6A8-6089A0D6F2DD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50:16.6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50:26.9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483 1394 24575,'-245'-14'0,"36"0"0,186 12 0,23 2 0,-1 0 0,1 0 0,0 0 0,0 0 0,0 0 0,-1 0 0,1 0 0,0 0 0,0 0 0,0 0 0,-1 0 0,1 0 0,0 0 0,0-1 0,0 1 0,0 0 0,-1 0 0,1 0 0,0 0 0,0 0 0,0 0 0,0-1 0,0 1 0,-1 0 0,1 0 0,0 0 0,0 0 0,0-1 0,0 1 0,0 0 0,0 0 0,0 0 0,0-1 0,0 1 0,0 0 0,0 0 0,0 0 0,0-1 0,0 1 0,2-2 0,0 0 0,0 1 0,1 0 0,-1-1 0,1 1 0,-1 0 0,1 0 0,0 0 0,-1 0 0,1 1 0,4-1 0,46-10 0,1 3 0,56-2 0,115 5 0,-185 5 0,610 2 0,-648-2 0,0 0 0,0 0 0,0 0 0,0 0 0,-1 0 0,1 0 0,0 1 0,0-1 0,0 1 0,0-1 0,-1 1 0,1 0 0,2 1 0,-4-2 0,0 1 0,0-1 0,1 0 0,-1 0 0,0 0 0,0 0 0,0 1 0,0-1 0,0 0 0,0 0 0,0 0 0,0 1 0,0-1 0,0 0 0,0 0 0,0 0 0,0 0 0,0 1 0,0-1 0,0 0 0,0 0 0,0 0 0,-1 1 0,1-1 0,0 0 0,0 0 0,0 0 0,0 0 0,0 1 0,0-1 0,0 0 0,-1 0 0,1 0 0,0 0 0,0 0 0,0 0 0,0 0 0,-1 1 0,1-1 0,-19 7 0,-6-1 0,-1-2 0,0-2 0,0 0 0,-51-3 0,42 0 0,-34 0 0,0-3 0,0-3 0,1-2 0,-72-21 0,109 22 0,-29-9 0,56 15 0,0 1 0,1-1 0,-1 0 0,0 0 0,1 0 0,-1-1 0,1 1 0,0-1 0,0 0 0,0 0 0,-4-5 0,6 7 0,0 0 0,1 0 0,-1 0 0,1 0 0,-1 0 0,0 0 0,1-1 0,0 1 0,-1 0 0,1 0 0,0 0 0,-1-1 0,1 1 0,0 0 0,0 0 0,0-1 0,0 1 0,0 0 0,1 0 0,-1-1 0,0 1 0,0 0 0,1 0 0,-1 0 0,1 0 0,-1-1 0,1 1 0,0 0 0,-1 0 0,1 0 0,0 0 0,0 0 0,-1 0 0,1 0 0,0 1 0,1-2 0,3-2 0,0 1 0,1 0 0,-1 1 0,0-1 0,1 1 0,0 0 0,6-2 0,29-5 0,0 2 0,70-4 0,-21 3 0,283-26 0,-187 18 0,61-4 0,-321 20 0,6-1 0,-104 12 0,9 22 0,144-28 0,15-1 0,37 0 0,148-3 0,358-46 0,-457 34 0,-12 2 0,0-2 0,105-33 0,-132 29 0,17-7 0,1 2 0,1 3 0,102-15 0,-123 26 0,-28 3 0,-1 1 0,1 1 0,22 0 0,-34 1 0,-1 0 0,1 0 0,0 0 0,0 0 0,-1 0 0,1 0 0,0 0 0,0 0 0,-1 0 0,1 1 0,0-1 0,0 0 0,-1 1 0,1-1 0,0 0 0,-1 1 0,1-1 0,0 1 0,-1-1 0,1 1 0,-1-1 0,1 1 0,-1-1 0,1 1 0,-1-1 0,1 1 0,-1 0 0,0-1 0,1 2 0,-1 0 0,0-1 0,-1 1 0,1-1 0,-1 0 0,1 0 0,-1 1 0,1-1 0,-1 0 0,0 0 0,0 0 0,1 0 0,-1 0 0,0 0 0,0 0 0,0 0 0,0 0 0,-1 0 0,-1 1 0,-19 12 0,0-1 0,-1-1 0,-1-2 0,0 0 0,0-1 0,-38 8 0,24-6 0,-414 93 0,-8-37 0,429-63 0,-29 5 0,0-4 0,-99-2 0,155-3 0,0-1 0,1 1 0,-1-1 0,1 0 0,-1 0 0,1 0 0,-6-2 0,8 2 0,0 1 0,0-1 0,1 0 0,-1 1 0,0-1 0,0 0 0,0 1 0,1-1 0,-1 0 0,0 0 0,1 1 0,-1-1 0,1 0 0,-1 0 0,1 0 0,-1 0 0,1 0 0,0 0 0,-1-1 0,1-2 0,1 1 0,-1 0 0,1 0 0,0 0 0,0 0 0,0 1 0,0-1 0,0 0 0,1 0 0,-1 1 0,1-1 0,0 1 0,0-1 0,0 1 0,0 0 0,0-1 0,1 1 0,3-3 0,28-23 0,0 2 0,2 1 0,1 1 0,1 3 0,51-22 0,212-71 0,-8 35 0,-265 72 0,-28 5 0,-5 1 0,-41 0 0,43 1 0,-150 2 0,-185 7 0,316-5 0,22-4 0,0 0 0,-1 0 0,1 0 0,0 0 0,0 0 0,0 0 0,0 0 0,0 0 0,0 0 0,0 0 0,0 1 0,0-1 0,-1 0 0,1 0 0,0 0 0,0 0 0,0 0 0,0 0 0,0 1 0,0-1 0,0 0 0,0 0 0,0 0 0,0 0 0,0 0 0,0 0 0,0 1 0,0-1 0,0 0 0,0 0 0,0 0 0,0 0 0,0 0 0,0 0 0,0 1 0,1-1 0,-1 0 0,0 0 0,0 0 0,0 0 0,0 0 0,0 0 0,0 0 0,0 0 0,0 1 0,0-1 0,1 0 0,-1 0 0,0 0 0,0 0 0,0 0 0,0 0 0,0 0 0,0 0 0,1 0 0,-1 0 0,0 0 0,0 0 0,0 0 0,0 0 0,0 0 0,42 12 0,45 2 0,270 57 0,152 103 0,-500-171 0,0 1 0,-1 0 0,1 1 0,-1 0 0,0 0 0,0 1 0,-1-1 0,9 10 0,-14-13 0,-1 0 0,1 0 0,-1 1 0,1-1 0,-1 0 0,0 1 0,0-1 0,0 1 0,0-1 0,0 1 0,-1-1 0,1 1 0,-1 0 0,0-1 0,0 1 0,0 0 0,0-1 0,0 1 0,0-1 0,-1 1 0,1 0 0,-1-1 0,0 1 0,0-1 0,0 1 0,0-1 0,0 0 0,0 1 0,-1-1 0,1 0 0,-1 0 0,0 0 0,-3 4 0,-8 8 0,-1-1 0,0 0 0,0-1 0,-1 0 0,-1-2 0,0 1 0,-18 7 0,-126 50 0,-166 41 0,315-106 0,15-6 0,24-7 0,328-91 0,11 22 0,178 5 0,-707 74 0,157 0 0,-697 13-448,0 62 5,506-39 443,-290 92 0,455-114 0,31-14 0,0 0 0,0 1 0,-1-1 0,1 0 0,0 0 0,0 0 0,0 0 0,0 0 0,0 0 0,0 1 0,0-1 0,0 0 0,0 0 0,0 0 0,0 0 0,0 0 0,0 0 0,1 1 0,-1-1 0,0 0 0,0 0 0,0 0 0,0 0 0,0 0 0,0 0 0,0 1 0,0-1 0,0 0 0,0 0 0,0 0 0,0 0 0,1 0 0,-1 0 0,0 0 0,0 0 0,0 0 0,0 0 0,0 0 0,0 0 0,1 0 0,-1 1 0,0-1 0,0 0 0,0 0 0,0 0 0,0 0 0,0 0 0,1 0 0,-1 0 0,0 0 0,0 0 0,0 0 0,0-1 0,23 3 0,205-8 632,-98 0-373,881-56-259,-990 60 0,326-37 0,163-8 0,-496 47 0,-14 0 0,-25 1 0,-135 10 0,-201 5 0,315-19 0,45 3 0,1 0 0,-1 0 0,0 0 0,1 0 0,-1 0 0,0 0 0,1 0 0,-1 0 0,0 0 0,0 0 0,1-1 0,-1 1 0,0 0 0,1 0 0,-1-1 0,1 1 0,-1 0 0,0-1 0,1 1 0,-1-1 0,1 1 0,-1-1 0,1 1 0,-1-1 0,1 1 0,-1-1 0,0 0 0,2 0 0,0-1 0,0 1 0,0 0 0,0 0 0,1 0 0,-1 0 0,0 1 0,0-1 0,1 0 0,-1 0 0,0 1 0,1-1 0,-1 1 0,3-1 0,15-6 0,1 2 0,0 0 0,0 1 0,24-2 0,88 0 0,-80 5 0,810 1 0,-377 3 0,-440-3 0,-46 0 0,1 1 0,0-1 0,0 0 0,0 0 0,0 0 0,0 0 0,0 0 0,0 0 0,0 0 0,0 0 0,0 0 0,0 0 0,0 0 0,0 0 0,0 1 0,0-1 0,0 0 0,0 0 0,0 0 0,0 0 0,0 0 0,0 0 0,0 0 0,0 0 0,0 0 0,0 0 0,0 0 0,0 0 0,0 1 0,0-1 0,0 0 0,0 0 0,0 0 0,0 0 0,1 0 0,-1 0 0,0 0 0,0 0 0,0 0 0,0 0 0,0 0 0,0 0 0,0 0 0,-15 7 0,-25 6 0,-292 100 0,221-62 0,74-32 0,-59 20 0,111-49 0,23-8 0,99-12 0,-40 10 0,-35-3 0,-53 19 0,-1 0 0,1 1 0,0 0 0,0 0 0,0 1 0,0 0 0,1 0 0,-1 1 0,15 0 0,-24 1 0,1 0 0,0 0 0,0 0 0,0 0 0,-1 1 0,1-1 0,0 0 0,0 0 0,-1 0 0,1 1 0,0-1 0,0 0 0,-1 1 0,1-1 0,0 1 0,-1-1 0,1 1 0,1 0 0,-6 9 0,-24 10 0,-39 11 0,-2-3 0,-112 29 0,142-45 0,-110 23 0,12-3 0,47-9 0,73-18 0,37-9 0,74-13 0,123-6 0,101 15 0,-236 4 0,100-17 0,3-1 0,-184 22 0,263-24 0,-202 15 0,0-3 0,72-23 0,-100 25 0,-1 2 0,2 1 0,43-3 0,-58 5 0,-30-2 0,-39-5 0,-233-16 0,-7 24 0,227 4 0,-10 1 0,30 0 0,-77-7 0,99 0 0,20 6 0,0-1 0,-1 1 0,1 0 0,0 0 0,0-1 0,-1 1 0,1 0 0,0-1 0,0 1 0,-1 0 0,1-1 0,0 1 0,0-1 0,0 1 0,-1 0 0,1-1 0,0 1 0,0-1 0,0 1 0,0-1 0,0 1 0,0 0 0,0-1 0,0 1 0,0-1 0,1-2 0,1 1 0,-1-1 0,0 1 0,1 0 0,0 0 0,-1 0 0,1 0 0,0 0 0,0 0 0,0 0 0,0 1 0,3-3 0,33-22 0,0 1 0,2 2 0,1 2 0,52-20 0,182-51 0,-221 75 0,17-2 0,1 3 0,1 2 0,75-2 0,-125 11 0,-22 5 0,-1 0 0,0 0 0,0-1 0,0 1 0,0 0 0,0 0 0,1 0 0,-1 0 0,0 0 0,0 0 0,0 0 0,0-1 0,0 1 0,0 0 0,0 0 0,0 0 0,0 0 0,1-1 0,-1 1 0,0 0 0,0 0 0,0 0 0,0 0 0,0-1 0,0 1 0,0 0 0,0 0 0,0 0 0,0 0 0,0-1 0,0 1 0,0 0 0,0 0 0,-1 0 0,1 0 0,0-1 0,0 1 0,0 0 0,0 0 0,0 0 0,0 0 0,0 0 0,0-1 0,0 1 0,-1 0 0,1 0 0,0 0 0,0 0 0,0 0 0,0 0 0,0 0 0,-1 0 0,1-1 0,-43-19 0,41 19 0,-88-31 0,-140-33 0,-104 3 0,241 49 0,-179 2 0,-90 33 0,43 11 0,309-32 0,0 0 0,0-1 0,0 0 0,0-1 0,1 0 0,-1 0 0,-13-4 0,22 5 0,1 0 0,-1 0 0,1 0 0,-1 0 0,1-1 0,-1 1 0,1 0 0,-1 0 0,1 0 0,-1-1 0,1 1 0,-1 0 0,1-1 0,0 1 0,-1 0 0,1-1 0,0 1 0,-1 0 0,1-1 0,0 1 0,-1-1 0,1 1 0,0-1 0,0 1 0,-1-1 0,1 1 0,0-1 0,0 1 0,0-1 0,0 1 0,0-1 0,0 1 0,0-1 0,0 1 0,0-1 0,0 1 0,0-1 0,0 1 0,0-1 0,0 1 0,0-1 0,1 1 0,-1-1 0,0 1 0,0-1 0,0 1 0,1 0 0,-1-1 0,0 1 0,1-1 0,-1 1 0,0 0 0,1-1 0,-1 1 0,1 0 0,0-1 0,32-20 0,14-1 10,0 2 1,2 2-1,98-22 0,165-13-193,-298 51 161,589-73-881,5 52 952,-586 26 143,-22-3-183,-40 0 615,-203-22-402,-48-2-251,-669 16 29,571 11 0,378-3 0,-1 0 0,0 0 0,1-1 0,-1 0 0,1-1 0,-1 0 0,-17-7 0,27 9 0,1-1 0,0 1 0,0-1 0,-1 1 0,1-1 0,0 1 0,0-1 0,0 0 0,0 1 0,0-1 0,0 0 0,0 0 0,0 0 0,0 0 0,0 0 0,1 0 0,-1 0 0,0 0 0,0 0 0,1 0 0,-1 0 0,1-1 0,-1 1 0,1 0 0,0 0 0,-1-1 0,1 1 0,0 0 0,0 0 0,0-1 0,0 1 0,0 0 0,0-1 0,1-1 0,0 0 0,0 0 0,1 1 0,0-1 0,-1 1 0,1 0 0,0 0 0,0-1 0,0 1 0,0 0 0,1 1 0,-1-1 0,0 0 0,1 1 0,4-3 0,7-2 0,1 1 0,-1 1 0,1 0 0,0 1 0,0 1 0,0 0 0,18 1 0,-22 0 0,568-1 0,-303 7 0,-267-5 0,-9-3 0,-21-4 0,18 6 0,-74-21 0,-2 3 0,-154-16 0,-171 13 0,72 7 0,-145-27 0,454 36 0,22 6 0,1 0 0,0 0 0,-1-1 0,1 1 0,0 0 0,-1 0 0,1 0 0,0-1 0,-1 1 0,1 0 0,0-1 0,-1 1 0,1 0 0,0-1 0,0 1 0,-1-1 0,1 1 0,0 0 0,0-1 0,0 1 0,0-1 0,-1 1 0,1 0 0,0-1 0,0 1 0,0-1 0,0 0 0,1-1 0,0 0 0,1 0 0,-1 0 0,1 0 0,-1 0 0,1 0 0,-1 1 0,1-1 0,0 0 0,0 1 0,0-1 0,0 1 0,0 0 0,0 0 0,4-2 0,21-11 0,0 2 0,1 1 0,41-11 0,94-15 0,-82 21 0,206-38 0,-227 44 0,-60 10 0,0 0 0,1 0 0,-1 0 0,1 0 0,-1 0 0,0 0 0,1-1 0,-1 1 0,0 0 0,0 0 0,1 0 0,-1-1 0,0 1 0,1 0 0,-1 0 0,0-1 0,0 1 0,1 0 0,-1 0 0,0-1 0,0 1 0,0 0 0,0-1 0,1 1 0,-1 0 0,0-1 0,0 1 0,0 0 0,0-1 0,0 1 0,0-1 0,0 0 0,-1 0 0,0 1 0,1-1 0,-1 0 0,1 1 0,-1-1 0,0 1 0,0-1 0,1 1 0,-1-1 0,0 1 0,0 0 0,0-1 0,0 1 0,1 0 0,-1 0 0,-2-1 0,-20-2 0,0 0 0,-34 1 0,-584 35-774,-7 57 0,423-49 670,1 9 0,-359 130 0,536-162 104,1 2 0,1 3 0,-65 42 0,85-43-41,25-21 42,0-1 0,0 0 0,-1 0 0,1 0 0,0 0 0,0 1 0,0-1 0,0 0 0,0 0 0,0 0 0,0 1 0,0-1 0,0 0 0,0 0 0,0 0 0,0 1 0,0-1 0,0 0 0,0 0 0,0 0 0,0 1 0,0-1 0,0 0 0,0 0-1,0 0 1,0 1 0,0-1 0,0 0 0,0 0 0,0 0 0,0 0 0,0 1 0,1-1 0,-1 0 0,0 0 0,0 0 0,0 0 0,0 1 0,0-1 0,1 0 0,-1 0 0,19 0 163,159-37 1167,-35 6-1022,233-25-239,-11 3-84,-313 43-1351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50:32.3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2233 31 24575,'193'-11'0,"-61"1"0,-65 6 0,-35 1 0,1 1 0,0 2 0,0 1 0,39 6 0,-70-7 0,0 1 0,1-1 0,-1 1 0,0 0 0,0-1 0,1 1 0,-1 0 0,0 1 0,0-1 0,0 0 0,-1 0 0,1 1 0,0-1 0,0 1 0,-1 0 0,1-1 0,-1 1 0,1 0 0,-1 0 0,0 0 0,2 4 0,-2-3 0,0 1 0,0 0 0,0 0 0,-1 0 0,0-1 0,0 1 0,0 0 0,0 0 0,0 0 0,-1 0 0,-2 7 0,-1 3 0,-2 0 0,1 0 0,-2 0 0,0-1 0,-15 21 0,-2-4 0,-1-2 0,-56 50 0,37-38 0,18-15 0,-145 126 0,149-134 0,-1-1 0,-1-1 0,-1-1 0,0-1 0,-52 19 0,76-32 0,-30 8 0,31-7 0,-1-1 0,0 0 0,0 1 0,0-1 0,0 0 0,0 0 0,1 0 0,-1 0 0,0 1 0,0-1 0,0-1 0,0 1 0,0 0 0,0 0 0,1 0 0,-1 0 0,0 0 0,0-1 0,0 1 0,0 0 0,1-1 0,-1 1 0,0-1 0,0 1 0,1-1 0,-2 0 0,2 0 0,1 0 0,-1 0 0,0 0 0,1 1 0,-1-1 0,1 0 0,-1 0 0,1 1 0,-1-1 0,1 0 0,0 1 0,-1-1 0,1 1 0,0-1 0,-1 1 0,1-1 0,0 1 0,0 0 0,1-1 0,33-19 0,1 1 0,1 2 0,1 2 0,68-18 0,167-21 0,-196 42 0,-1 4 0,88 3 0,-143 7 0,-21-2 0,0 0 0,0 0 0,0 0 0,0 0 0,0 0 0,1 0 0,-1 0 0,0 0 0,0 0 0,0 0 0,0 0 0,0 0 0,1 0 0,-1 0 0,0 0 0,0 0 0,0 0 0,0 0 0,0 0 0,0 0 0,1 0 0,-1 1 0,0-1 0,0 0 0,0 0 0,0 0 0,0 0 0,0 0 0,0 0 0,0 0 0,0 1 0,1-1 0,-1 0 0,0 0 0,0 0 0,0 0 0,0 0 0,0 1 0,0-1 0,0 0 0,0 0 0,0 0 0,0 0 0,0 0 0,0 1 0,0-1 0,0 0 0,0 0 0,0 0 0,0 1 0,-5 1 0,1 0 0,-1 1 0,0-2 0,0 1 0,1 0 0,-1-1 0,-6 1 0,-135 27 0,-94 14-164,-946 133-2943,618-97 1723,526-73 1324,-386 66-1197,351-54 1659,1 4 1,1 3-1,-103 48 0,162-61 408,16-12-791,0 0-1,0 0 1,0 0 0,0 1 0,0-1 0,0 0 0,0 0-1,0 0 1,0 1 0,0-1 0,0 0 0,0 0 0,0 0-1,0 1 1,0-1 0,0 0 0,0 0 0,0 0-1,1 1 1,-1-1 0,0 0 0,0 1 75,1-1-75,-1 0 0,0 0 0,0 0-1,0 0 1,0 0 0,1 0 0,-1 0 0,0 1-1,0-1 1,0 0 0,1 0 0,-1 0 0,0 0 0,0 0-1,1 0 1,40 4 1134,-25-3-1031,946 17 196,-791-26-318,0-6 0,-1-9-1,258-67 1,-247 46-1173,-117 31-4693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50:36.1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129 1368 24575,'0'-1'0,"0"1"0,1-1 0,-1 0 0,1 1 0,-1-1 0,1 0 0,0 1 0,-1-1 0,1 1 0,0-1 0,-1 1 0,1-1 0,0 1 0,-1 0 0,1-1 0,0 1 0,0 0 0,-1-1 0,1 1 0,0 0 0,0 0 0,0 0 0,0 0 0,-1 0 0,1 0 0,1 0 0,6-2 0,69-14 20,113-7 0,89 8-126,-204 13 8,1438 9-1055,-1488-6 1168,-8-1 9,0 1 1,0 1 0,0 0 0,0 2 0,16 7 729,-32-11-741,-13 2 222,-24-1-114,-459-53-404,-2-32-318,128 20 381,353 62 220,-472-69 0,338 56 0,-193 5 0,315 10-41,52-6 246,52-4 268,77 1 1,-119 7-455,242-6-154,81 2-684,1679 31-3943,-1819-18 4074,226 11 443,-427-17 400,-9-1 23,0 0 1,0 0 0,0 1-1,0 0 1,0 1 0,0-1-1,-1 1 1,8 3 0,-14-5-164,0 0 0,1 1 0,-1-1 1,0 0-1,0 0 0,1 0 0,-1 0 0,0 1 1,0-1-1,0 0 0,1 0 0,-1 1 1,0-1-1,0 0 0,0 0 0,0 1 1,0-1-1,0 0 0,1 1 0,-1-1 1,0 0-1,0 0 0,0 1 0,0-1 1,0 0-1,0 1 0,0-1 0,0 0 0,0 1 1,0-1-1,-1 0 0,1 0 0,0 1 1,0-1-1,0 0 0,0 1 0,0-1 1,0 0-1,-1 0 0,1 1 0,0-1 1,0 0-1,0 0 0,-1 0 0,1 1 1,0-1-1,0 0 0,-1 0 0,1 0 0,0 0 1,0 1-1,-1-1 0,1 0 0,0 0 1,-1 0-1,1 0 0,0 0 0,0 0 1,-1 0-1,1 0 0,0 0 0,-1 0 1,1 0-1,-18 5 219,0 0 0,0-2 0,0 0 1,0-1-1,0-1 0,-22-1 0,-6 2 93,-1137 9 236,826-14-335,61 2-228,466 0 0,754-17-222,-657 1 199,391-77 1,430-179-141,-393 91-1391,-454 124 1403,333-85-9,339-44-877,-327 126 876,-523 56 239,142-21 1194,50-3 1678,-248 29-2878,1-1-27,-1 1 1,1-1-1,-1 2 1,9 0-1,-15-1-43,-1 0 1,1 0-1,-1 0 0,1 1 0,-1-1 0,1 0 0,-1 0 0,1 0 0,-1 1 0,1-1 0,-1 0 0,0 0 0,1 1 0,-1-1 0,1 0 0,-1 1 0,0-1 0,1 0 0,-1 1 0,0-1 1,1 1-1,-1-1 0,0 0 0,0 1 0,1-1 0,-1 1 0,0 0 0,0 1-1,0-1 0,-1 0 0,1 1 0,-1-1 1,1 0-1,-1 0 0,0 1 0,0-1 0,1 0 0,-1 0 0,0 0 1,0 0-1,0 0 0,0 0 0,0 0 0,-1 1 0,-35 25-1,0-1 0,-2-1 0,-59 27 0,-61 24-356,-333 110 0,-193-11-356,609-159 712,-82 6 0,118-24 0,40 2 0,0 0 0,-1 0 0,1 0 0,0 1 0,0-1 0,0 0 0,0 0 0,0 0 0,0 0 0,-1 0 0,1 0 0,0 0 0,0 0 0,0 0 0,0 0 0,0 0 0,-1-1 0,1 1 0,0 0 0,0 0 0,0 0 0,0 0 0,0 0 0,0 0 0,-1 0 0,1 0 0,0 0 0,0 0 0,0 0 0,0 0 0,0-1 0,0 1 0,0 0 0,0 0 0,0 0 0,0 0 0,-1 0 0,1 0 0,0-1 0,0 1 0,0 0 0,0 0 0,0 0 0,0 0 0,0 0 0,0 0 0,0-1 0,0 1 0,0 0 0,0 0 0,0 0 0,0 0 0,0 0 0,0-1 0,0 1 0,1 0 0,-1 0 0,0 0 0,0 0 0,21-8 0,47-3 0,103-4 0,-170 15 0,729-25 83,7 25-1238,-401 2 1225,-74-3-215,294 5-219,-549-4 388,1 0 1,-1 1-1,0-1 0,1 2 0,7 1 0,-14-3-16,-1 1-1,0-1 0,0 0 1,1 0-1,-1 0 1,0 0-1,0 0 1,1 0-1,-1 0 0,0 1 1,0-1-1,1 0 1,-1 0-1,0 0 1,0 1-1,0-1 0,0 0 1,1 0-1,-1 0 1,0 1-1,0-1 1,0 0-1,0 0 0,0 1 1,0-1-1,0 0 1,0 1-1,0-1 1,0 0-1,1 0 0,-1 1 1,-1-1-1,1 0 1,0 0-1,0 1 1,0-1-1,0 0 0,0 1 1,-15 11 282,-12 0-218,-50 16 1,-133 34-73,-88 14-159,-1326 286-2193,-28-122 969,1352-220 1233,268-21 211,32 1-57,0 0-1,0 0 1,0 0-1,0 0 0,0 0 1,0 0-1,0 0 1,0 0-1,1 0 1,-1-1-1,0 1 0,0 0 1,0 0-1,0 0 1,0 0-1,0 0 0,0 0 1,0 0-1,0 0 1,0-1-1,0 1 1,0 0-1,0 0 0,0 0 1,0 0-1,0 0 1,0 0-1,0 0 0,0-1 1,0 1-1,0 0 1,0 0-1,0 0 0,0 0 1,0 0-1,0 0 1,0 0-1,0 0 1,0-1-1,0 1 0,0 0 1,0 0-1,0 0 1,-1 0-1,1 0 0,0 0 1,0 0-1,0 0 1,0 0-1,0 0 1,0 0-1,0 0 0,-1-1 1,56-12 733,99-6 89,85 0-515,2888-69 676,-3089 89-517,-32 1-30,-33 1 452,-114 3-36,-101-1-548,-83 0-436,-2395-43-5489,2338 23 5101,74-1-233,-217-26 343,511 40 450,-5 0 378,0-1 0,-24-7 0,39 9-326,-1 0 1,1-1-1,0 1 1,0-1-1,0 0 1,1-1-1,-1 1 0,0-1 1,1 1-1,-1-1 1,1 0-1,0 0 1,0-1-1,0 1 1,-2-5-1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50:38.9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1185 17 24575,'596'-8'-339,"17"0"-326,-3 27 303,-548-15 375,335 33 265,-370-33-159,1 1-1,-2 1 0,1 2 0,-1 0 0,0 2 1,43 23-1,-68-33-109,0 0 0,-1 0 0,1 0 0,-1 1 0,1-1 0,0 1 0,-1-1 0,1 0 0,-1 1 0,1-1 0,-1 1 0,1-1 0,-1 1 0,1-1 0,-1 1 0,1-1 0,-1 1 0,0 0 0,0-1 0,1 1 0,-1 0 0,0-1 0,1 2 0,-2-1-8,0 0 0,1 0 1,-1 0-1,0 0 0,0 0 1,1 0-1,-1 0 0,0 0 1,0-1-1,0 1 1,0 0-1,0 0 0,0-1 1,0 1-1,0-1 0,-1 1 1,-1 0-1,-12 6 1,-1-1 0,0-1-1,0 0 1,-18 3 0,-84 8-4,105-14 2,-240 19 0,-78-5-164,-71-4-655,357-10 713,-2168 34-5627,2057-38 5151,149 2 593,0-1-1,-1 1 1,1 1 0,0 0 0,-13 2-1,25 0 92,0-1 0,1 0 0,0 0-1,-1-1 1,1 1 0,0-1-1,7 0 1,429 90 1698,379 69-464,71-40-2084,-628-97 281,368-17 0,-227-58 1887,-339 41-447,-49 5 172,-17 6-1135,-43-2 708,40 2-687,-913-1-388,482 3 98,335-2 249,-534 19-184,616-18 194,-1 1 0,1 0 0,0 1 0,-1 1 0,1 0 0,-20 9 0,37-13 0,0 0 0,-1 1 0,1-1 0,-1 0 0,1 0 0,0 0 0,-1 1 0,1-1 0,-1 0 0,1 0 0,0 1 0,-1-1 0,1 0 0,0 0 0,0 1 0,-1-1 0,1 0 0,0 1 0,0-1 0,-1 1 0,1-1 0,0 0 0,0 1 0,0-1 0,0 1 0,0-1 0,0 0 0,-1 1 0,1-1 0,0 1 0,0-1 0,0 1 0,0-1 0,1 0 0,-1 1 0,0-1 0,0 1 0,0-1 0,0 1 0,0-1 0,0 0 0,1 1 0,-1-1 0,0 0 0,0 1 0,1-1 0,-1 1 0,0-1 0,0 0 0,1 0 0,-1 1 0,0-1 0,1 0 0,-1 0 0,1 1 0,-1-1 0,0 0 0,1 0 0,-1 0 0,1 1 0,8 4 30,0-1 1,0 1 0,1-1 0,0-1-1,-1 0 1,12 2 0,73 11 479,-69-12-351,124 14-92,172-2-1,151-26-797,226-42 704,-5-27 31,-474 53-3,-110 12-28,126-11 218,-213 25 534,-55 5-341,-806 76-816,766-75 357,-277 13 52,318-21 23,32 2 0,0 0 0,0 0 0,-1 0 0,1 0 0,0 0 0,0 0 0,0 0 0,-1 0 0,1 0 0,0 0 0,0 0 0,0 0 0,-1 0 0,1 0 0,0 0 0,0 0 0,0 0 0,-1 0 0,1-1 0,0 1 0,0 0 0,0 0 0,-1 0 0,1 0 0,0 0 0,0 0 0,0-1 0,0 1 0,0 0 0,0 0 0,-1 0 0,1 0 0,0-1 0,0 1 0,0 0 0,0 0 0,0 0 0,0-1 0,0 1 0,0 0 0,0 0 0,0-1 0,0 1 0,0 0 0,0 0 0,0 0 0,0-1 0,0 1 0,0 0 0,5-4 0,1 1 0,0-1 0,0 2 0,0-1 0,0 0 0,7-1 0,452-133-562,22 30-324,-339 76 734,491-89 270,-592 114-118,-41 7 0,-7 2 0,-26 10 0,-317 84 0,331-94 0,-670 127-464,-11-45-1,-2-32-20,581-53 485,110 0 0,1 0 0,-1 0 0,0-1 0,0 0 0,0 0 0,1 0 0,-1-1 0,-7-3 0,12 5 0,-1 0 0,1-1 0,0 1 0,-1 0 0,1 0 0,0-1 0,0 1 0,-1 0 0,1-1 0,0 1 0,0 0 0,0-1 0,0 1 0,-1 0 0,1-1 0,0 1 0,0 0 0,0-1 0,0 1 0,0 0 0,0-1 0,0 1 0,0-1 0,0 1 0,0 0 0,0-1 0,0 1 0,0 0 0,0-1 0,0 1 0,0 0 0,1-1 0,-1 1 0,0-1 0,0 1 0,1-1 0,1-1 0,0 0 0,0 0 0,0 0 0,1 0 0,-1 0 0,1 0 0,-1 0 0,5-1 0,35-16 0,1 1 0,0 2 0,66-14 0,-62 18 0,681-164 1148,19 69-150,-746 107-1002,19-3-166,1 2-1,-1 1 1,0 0-1,1 1 1,25 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50:41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1 567 24575,'69'-26'0,"110"-32"0,1201-298-2805,-880 241 3263,-460 103-458,-34 12 65,-12 5 122,-30 11 519,-521 123-82,364-97-952,175-38 318,-1106 234-92,998-223 73,66-9 222,201-24 811,42-3-967,788-70-1237,-104 10 45,-763 71 909,473-28-31,-557 37 555,-1-1 0,1-1 0,-1-1-1,0-1 1,0-1 0,-1 0 0,24-12 0,35-11 377,59-4-655,-95 24 0,0-1 0,75-28 0,-109 35 0,1-1 0,-1 0 0,1 1 0,1 0 0,-1 1 0,14-3 0,-22 5 0,0 0 0,0 0 0,0 0 0,0 0 0,0 1 0,0-1 0,0 0 0,0 0 0,-1 0 0,1 0 0,0 0 0,0 1 0,0-1 0,0 0 0,0 0 0,0 0 0,0 0 0,0 0 0,0 1 0,0-1 0,0 0 0,0 0 0,0 0 0,0 0 0,0 1 0,0-1 0,0 0 0,0 0 0,0 0 0,0 0 0,1 0 0,-1 1 0,0-1 0,0 0 0,0 0 0,0 0 0,0 0 0,0 0 0,0 0 0,1 1 0,-1-1 0,0 0 0,0 0 0,0 0 0,0 0 0,0 0 0,0 0 0,1 0 0,-24 13 0,-28 8 0,-1-2 0,-1-2 0,-1-3 0,0-2 0,-59 6 0,-285 6 0,87-27 0,412 2 0,501-13-562,-132 2 181,81-21 381,-293 14 0,-228 16 78,57 4 1,-71 4 176,-16-5-248,0 0 0,0 0-1,0 1 1,1-1-1,-1 0 1,0 0-1,0 0 1,0 0-1,0 1 1,0-1 0,0 0-1,0 0 1,0 0-1,0 1 1,0-1-1,0 0 1,0 0-1,0 0 1,0 1-1,0-1 1,0 0 0,0 0-1,0 0 1,0 1-1,0-1 1,0 0-1,0 0 1,0 0-1,0 1 1,0-1 0,0 0-1,0 0 1,0 0-1,-1 0 1,1 1-1,0-1 1,0 0-1,0 0 1,-31 19 268,-30 5-275,-1-2 0,-110 24 0,104-30 0,-80 21 0,-1-8 0,-196 15 0,321-42-455,0-2 0,-45-5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50:46.6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24575,'14'435'0,"0"-18"0,-15 683-1365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50:50.6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24575,'11'20'0,"-1"0"0,0 0 0,-2 1 0,12 43 0,-3-8 0,26 79 0,53 140 0,-88-255 0,-2 1 0,0 1 0,-1-1 0,4 42 0,-7-40 0,1 1 0,2-1 0,11 37 0,3-16 0,41 69 0,-58-109 0,9 18 0,-2 0 0,14 44 0,-17-45 0,-6-21 0,0 1 0,0-1 0,0 0 0,0 1 0,0-1 0,0 1 0,0-1 0,0 0 0,0 1 0,0-1 0,0 0 0,0 1 0,1-1 0,-1 0 0,0 1 0,0-1 0,0 0 0,0 1 0,1-1 0,-1 0 0,0 1 0,0-1 0,1 0 0,-1 0 0,0 1 0,0-1 0,1 0 0,-1 0 0,0 1 0,1-1 0,-1 0 0,0 0 0,1 0 0,-1 0 0,1 0 0,2-15 0,-5-29 0,-12-23-341,-3 1 0,-3 0-1,-41-92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52:18.3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1896 732 24575,'-42'-2'0,"-53"-8"0,14 0 0,-562-23-293,-3 30 0,580 2 293,47-3 0,19 4 0,0 0 0,0 0 0,0 0 0,0-1 0,0 1 0,0 0 0,-1 0 0,1 0 0,0 0 0,0 0 0,0-1 0,0 1 0,0 0 0,0 0 0,0 0 0,0 0 0,0 0 0,0-1 0,0 1 0,1 0 0,-1 0 0,0 0 0,0 0 0,0 0 0,0-1 0,0 1 0,0 0 0,0 0 0,0 0 0,0 0 0,0 0 0,0 0 0,1 0 0,-1-1 0,0 1 0,0 0 0,0 0 0,0 0 0,0 0 0,0 0 0,1 0 0,-1 0 0,0 0 0,0 0 0,0 0 0,0 0 0,1 0 0,-1 0 0,0 0 0,0 0 0,0 0 0,39-11 0,590-108-16,42-9-2,-534 91 18,246-102 0,-307 110 81,111-27-1,84-3 218,0 0-137,-161 34-161,-96 24 0,-16 3 0,-32 7 0,-403 67 0,130-26 0,202-32 0,-134 29 0,221-42 0,1 1 0,-1 1 0,1 0 0,0 1 0,1 1 0,-19 13 0,34-22 0,0 1 0,0-1 0,1 0 0,-1 1 0,0-1 0,1 1 0,-1-1 0,0 1 0,1-1 0,-1 1 0,1-1 0,-1 1 0,1 0 0,-1-1 0,1 1 0,0 0 0,-1-1 0,1 1 0,0 0 0,-1 0 0,1-1 0,0 3 0,0-2 0,1-1 0,0 1 0,0 0 0,0 0 0,0-1 0,0 1 0,0-1 0,0 1 0,0-1 0,0 1 0,0-1 0,1 1 0,-1-1 0,0 0 0,0 0 0,0 0 0,0 1 0,2-1 0,48 6 0,1-3 0,74-3 0,-41-1 0,594-39-620,-328 13 391,570-60 250,-856 80 28,-59 7 19,28-2 316,-34 2-380,1 0 1,-1 0-1,1 0 1,-1 0 0,1 0-1,-1 0 1,1 0-1,-1 0 1,1 1-1,-1-1 1,1 0 0,-1 0-1,1 0 1,-1 1-1,0-1 1,1 0 0,-1 1-1,1-1 1,-1 0-1,0 1 1,1-1-1,-1 0 1,0 1 0,1-1-1,-1 1 1,0-1-1,0 0 1,0 1 0,1-1-1,-1 1 1,0-1-1,0 1 1,0-1-1,0 1 1,0-1 0,0 1-1,0-1 1,0 1-1,0-1 1,0 1 0,0-1-1,0 1 1,0-1-1,0 1 1,0-1-1,-1 1 1,1-1 0,0 1-1,0-1 1,0 0-1,-1 1 1,1-1 0,0 1-1,-1-1 1,1 0-1,0 1 1,-1-1-1,-5 8 0,1-1 0,-1-1 1,-1 1-1,1-1 0,-1 0 0,0 0 0,0-1 0,-1 0 0,-12 6 0,-13 6 6,-37 12 1,-40 8-11,-140 27 0,121-33 0,-68 23 0,24-6 0,117-30 0,0-2 0,-89 12 0,93-19 0,2 1 0,-1 4 0,-92 36 0,84-27 0,-118 29 0,165-50 0,3-1 0,-1 1 0,0 0 0,-17 6 0,26-7 0,0-1 0,0 0 0,0 1 0,0-1 0,0 1 0,0 0 0,1-1 0,-1 1 0,0 0 0,0-1 0,1 1 0,-1 0 0,0 0 0,1 0 0,-1-1 0,1 1 0,-1 0 0,0 2 0,1-2 0,0 0 0,0 0 0,0 0 0,0 0 0,1 0 0,-1 0 0,0 0 0,1 0 0,-1 0 0,0 0 0,1 0 0,-1 0 0,1 0 0,0 0 0,-1-1 0,1 1 0,0 0 0,-1 0 0,1 0 0,0-1 0,0 1 0,1 0 0,13 10 0,1-1 0,0-1 0,1 0 0,0-1 0,0-1 0,0-1 0,1 0 0,19 2 0,-22-3 0,46 9 0,0-2 0,1-2 0,63 0 0,191-8 0,-207-3 0,83 1 0,151-3 0,-245-2 0,143-27 0,-178 17 0,73-29 0,-193 45 0,-72 12 9,-365 26-108,217-27-101,-260 15-51,274-11 251,-207 16 0,466-31-1,-1-1-2,1 0 0,-1 1 0,1-1 0,0 1 0,0 0 0,-8 3 0,12-3 4,-1-1 0,1 0-1,0 0 1,-1 0 0,1 1 0,0-1-1,0 0 1,-1 0 0,1 1 0,0-1-1,0 0 1,-1 1 0,1-1 0,0 0 0,0 1-1,0-1 1,-1 0 0,1 1 0,0-1-1,0 0 1,0 1 0,0-1 0,0 1-1,0-1 1,0 0 0,0 1 0,0-1 0,0 1-1,0-1 1,0 0 0,0 1 0,1 0-1,0 0 8,0 1 0,0 0 0,0 0 0,0-1 0,1 1 0,-1 0 0,1-1 0,0 1 0,-1-1 0,3 2-1,11 7 52,1-1 0,0 0-1,0-2 1,30 12-1,90 20 100,25-3-615,2-7 0,296 14 0,-292-41-173,0-7 1,0-8-1,290-60 1,470-188-1082,-484 98 1732,466-245 1,-853 377 295,-56 31-285,1 0-1,0-1 1,-1 1-1,1-1 1,0 1-1,-1-1 0,1 1 1,-1-1-1,1 1 1,0-1-1,-1 1 1,1-1-1,-1 0 1,0 1-1,1-1 0,-1 0 1,0 1-1,1-1 1,-1 0-1,0 0 1,1-1-1,-2 2-15,1-1 0,0 1 0,-1-1 0,1 1 0,0 0 1,-1-1-1,1 1 0,-1-1 0,1 1 0,0 0 0,-1-1 0,1 1 0,-1 0 0,1-1 0,-1 1 0,1 0 0,-1 0 0,0-1 0,1 1 0,-1 0 1,1 0-1,-1 0 0,-47-5 517,48 5-522,-355 8 2065,162 1-1645,-1133 67-2683,3 86-858,550-7 3924,706-135 40,1 3 0,1 2 0,-98 55 0,123-60-103,0-2 1,-77 24-1,109-40-746,-18 8-5,-35 18 0,34-15 0,-44 16 0,-28 2 0,-1-5 0,-1-5 0,-118 10 0,153-27 0,34-3 0,0 1 0,0 2 0,-46 11 0,-53 30 0,3 5 0,-206 113 0,297-143-273,0-2 0,-1-2 0,-1-2 0,-65 16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52:24.6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2003 1499 24575,'-14'-12'0,"-1"-1"0,0 2 0,-1 0 0,-23-13 0,-73-30 0,78 39 0,-660-293 0,609 274 0,-69-32 0,104 50 0,42 14 0,1 0 0,0 0 0,0-1 0,-12-5 0,19 8 0,-1-1 0,1 1 0,-1 0 0,0-1 0,1 1 0,-1-1 0,1 1 0,-1-1 0,1 1 0,-1-1 0,1 1 0,0-1 0,-1 1 0,1-1 0,0 0 0,-1 1 0,1-1 0,0 1 0,0-1 0,0 0 0,-1 1 0,1-1 0,0 0 0,0 0 0,0 1 0,0-1 0,0 0 0,0 1 0,0-1 0,1 0 0,-1 1 0,0-1 0,0 0 0,0 1 0,1-2 0,18-20 0,-7 13 0,1 1 0,0 0 0,0 1 0,0 1 0,1 0 0,26-8 0,94-16 0,-88 21 0,256-55 0,-259 54 0,-42 10 0,0 0 0,-1 0 0,1 0 0,-1 0 0,1 0 0,-1 0 0,1 0 0,0 0 0,-1-1 0,1 1 0,-1 0 0,1 0 0,-1 0 0,1-1 0,-1 1 0,1 0 0,-1-1 0,1 1 0,-1 0 0,0-1 0,1 1 0,-1-1 0,0 1 0,1-1 0,-1 1 0,0-1 0,1 1 0,-1-1 0,0 1 0,0-1 0,0 1 0,1-1 0,-1 1 0,0-1 0,0 0 0,-1-1 0,0 1 0,0 0 0,-1 0 0,1-1 0,0 1 0,-1 0 0,1 1 0,-1-1 0,1 0 0,-1 0 0,0 1 0,-1-2 0,-27-8 0,0 1 0,-36-6 0,-22-6 0,-168-50 0,196 58 0,0 3 0,-84-4 0,-326-10 0,440 23 0,-45-4 0,68 4 0,0 0 0,1 0 0,-1-1 0,1 0 0,0 0 0,-1 0 0,-8-6 0,15 8 0,-1 0 0,1-1 0,-1 1 0,1 0 0,-1-1 0,1 1 0,0 0 0,-1-1 0,1 1 0,0-1 0,-1 1 0,1 0 0,0-1 0,-1 1 0,1-1 0,0 1 0,0-1 0,0 1 0,-1-1 0,1 1 0,0-1 0,0 0 0,0 1 0,0-1 0,0 1 0,0-1 0,0 1 0,0-1 0,0 1 0,0-1 0,1 1 0,-1-1 0,0 1 0,0-1 0,0 1 0,1-1 0,-1 1 0,0-1 0,1 1 0,-1-1 0,0 1 0,1-1 0,-1 1 0,0 0 0,1-1 0,-1 1 0,1 0 0,-1-1 0,1 1 0,-1 0 0,1 0 0,-1-1 0,1 1 0,-1 0 0,1 0 0,0 0 0,38-16 0,-1 7 0,-1 2 0,68-5 0,82 9 0,-114 3 0,408 6 0,59-1 0,74-50 0,-381 5 0,93-10 0,-318 50 0,-9 3 0,-19 9 0,-34 10 0,-195 84 0,202-86 0,20-5 0,1 0 0,1 1 0,0 2 0,-36 33 0,-28 20 0,50-45 0,-1-2 0,-1-2 0,-46 18 0,57-27 0,30-13 0,0 0 0,0 0 0,-1 1 0,1-1 0,0 0 0,0 0 0,0 0 0,0 0 0,-1 0 0,1 0 0,0 1 0,0-1 0,0 0 0,0 0 0,0 0 0,-1 0 0,1 1 0,0-1 0,0 0 0,0 0 0,0 0 0,0 1 0,0-1 0,0 0 0,0 0 0,0 0 0,0 1 0,0-1 0,0 0 0,0 0 0,0 1 0,0-1 0,0 0 0,0 0 0,0 0 0,0 1 0,0-1 0,0 0 0,0 0 0,1 0 0,-1 1 0,0-1 0,0 0 0,0 0 0,0 0 0,0 0 0,0 1 0,1-1 0,-1 0 0,0 0 0,0 0 0,0 0 0,1 0 0,-1 0 0,0 0 0,0 1 0,0-1 0,1 0 0,-1 0 0,0 0 0,0 0 0,0 0 0,1 0 0,-1 0 0,0 0 0,9 2 0,0 1 0,0-2 0,1 1 0,-1-1 0,19-1 0,9 2 0,246 15 0,465-29 0,-347-24 0,-712 95 0,196-34 0,-117 22 0,-220 49 0,247-32 0,-16 3 0,857-185-137,729-166-549,-1317 273 686,109-31 0,-148 37-17,-18 4 0,-35 3 188,-478 66 474,339-42-768,-177 29-143,-285 36-282,441-71 409,-243-9 0,436-11 182,-36-4 588,45 4-599,-1 0 0,1-1-1,0 0 1,0 0-1,-1 0 1,1 0-1,0 0 1,0 0-1,0 0 1,0-1-1,0 1 1,0-1 0,1 1-1,-1-1 1,0 0-1,-1-2 1,2 2-30,-1 1 1,1-1 0,-1 1-1,1 0 1,-1-1 0,0 1-1,0 0 1,0 0 0,1 0-1,-1 0 1,0 0 0,0 0-1,0 1 1,0-1 0,0 1-1,0-1 1,-1 1 0,1 0-1,0 0 1,-3 0 0,-49 6-11,37-3 5,-363 66 3,317-59 0,146-22 0,134-4 0,-154 13 0,1587-19-2950,-1270 24 2651,507-1-333,-816 2 796,-50 3 255,-21-6-410,1 0 0,-1 1-1,0-1 1,0 0 0,1 0 0,-1 0-1,0 1 1,0-1 0,1 0 0,-1 0-1,0 1 1,0-1 0,0 0 0,0 0-1,0 1 1,1-1 0,-1 0 0,0 1-1,0-1 1,0 0 0,0 0 0,0 1-1,0-1 1,0 0 0,0 1-1,0-1 1,0 0 0,0 1 0,0-1-1,0 0 1,0 1 0,0-1 0,-1 1-1,-1 2 34,-1 0 0,0 0 0,0 0 1,0 0-1,0 0 0,-1-1 0,1 1 0,-8 3 0,-44 26 478,-2-3 0,-91 34 0,-134 30-377,-495 112-976,115-34 873,462-115-39,156-48-1,53-13 0,34-11 0,139-39 0,119-22-164,164-35-626,336-95 91,1104-299-418,-1096 291 134,-179 41 0,-195 46 0,-211 48 0,-188 60 491,-35 14 247,-12 4-1,-35 4-205,-48 8-1,-166 22-46,-74 13 611,-824 93 2341,-512-20-1334,931-44 2140,628-48-475,107-25-2642,-15 5 529,20-5-657,0-1-1,1 1 1,-1 0 0,1-1 0,-1 1 0,1-1-1,0 1 1,-1-1 0,1 0 0,-1 1 0,1-1-1,0 0 1,-1 0 0,1 0 0,2-1 0,470 8-10,-294-8-161,733-12-1033,-4-70 1243,-888 80-55,307-55-15,-308 53 16,-27 4 0,-46 6 0,-1012 176-897,956-161 673,-1471 292-951,1008-159 805,527-138 450,40-14 23,7-3 70,29-9 454,235-68 763,-212 64-1302,218-59-152,942-193-2077,-995 222 1477,-181 37 604,806-150-1456,-765 148 1680,-64 11 183,-23 4 118,-38 11-162,-1-2-1,-71 10 0,53-11-261,-208 40 32,-1455 376 293,708-92 47,1002-328-2,15-4 65,7-4-374,-1 1-1,0-1 1,0-1-1,1 1 1,-1 0 0,1-1-1,-1 0 1,4 0 0,442 4 1270,-261-7-1520,122 2-394,304-5-504,-2-25 155,-9-53 311,-433 47 522,248-90 0,-331 96 434,161-82 1,-232 100 41,-16 12-395,0 1 0,0 0 0,0 0 0,0-1 0,0 1 0,0 0 0,0 0 0,0-1 0,0 1 0,-1 0 0,1 0 0,0 0 0,0-1 0,0 1 0,0 0 0,0 0 0,-1-1 46,1 1-46,0 0 0,0 0 0,-1-1 0,1 1 0,0 0 0,0 0 0,-1 0 0,1 0 0,0 0 0,0 0 0,0 0 0,-1 0 0,1 0 0,0 0 0,0 0 0,-1 0 0,1 0 0,-1 0 0,-39-1 1269,32 1-1396,-130 5-1178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8:52:27.8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5697 1043 24575,'-1330'88'-901,"1083"-49"1020,25-4-17,222-35-101,-7 2 13,0-1 0,1-1 0,-1 1 0,0-1 0,1-1 0,-1 1 1,-8-2-1,14-1 212,10-2 1,25-6-164,50-11 0,-41 12-76,974-186 13,-744 167 0,-261 29 0,-17 3 0,-30 4 0,-410 52 0,-59 10 0,-224 103 0,438-96 0,95-28 0,185-45 0,-27 8 0,37-11 0,0 0 0,0 0 0,0 0 0,0 0 0,0 0 0,0 0 0,0 0 0,1 0 0,-1 0 0,0 0 0,0 1 0,0-1 0,0 0 0,0 0 0,0 0 0,0 0 0,0 0 0,0 0 0,0 0 0,1 0 0,-1 0 0,0 0 0,0 1 0,0-1 0,0 0 0,0 0 0,0 0 0,0 0 0,0 0 0,0 0 0,0 0 0,0 1 0,0-1 0,0 0 0,0 0 0,0 0 0,0 0 0,0 0 0,0 0 0,0 0 0,0 1 0,0-1 0,0 0 0,0 0 0,0 0 0,0 0 0,0 0 0,-1 0 0,1 0 0,0 0 0,0 1 0,0-1 0,0 0 0,0 0 0,0 0 0,0 0 0,0 0 0,0 0 0,0 0 0,-1 0 0,1 0 0,0 0 0,0 0 0,0 0 0,0 0 0,0 0 0,28 4 0,383-5 29,-176-3-222,765 13-1493,-433-2 1084,-536-8 602,-23 0 0,0 1 0,0 0 0,0 0 0,0 0 0,0 1 0,0 0 0,0 0 0,-1 1 0,11 4 0,-18-6 3,1 0 1,-1 1-1,1-1 0,-1 1 0,0-1 1,1 1-1,-1-1 0,0 0 1,1 1-1,-1-1 0,0 1 0,0-1 1,0 1-1,1 0 0,-1-1 1,0 1-1,0-1 0,0 1 0,0-1 1,0 1-1,0-1 0,0 1 0,0 0 1,0-1-1,0 1 0,-1-1 1,1 1-1,0-1 0,0 1 0,0-1 1,-1 1-1,1-1 0,0 1 1,0-1-1,-1 1 0,1-1 0,-1 0 1,1 1-1,0-1 0,-1 1 0,1-1 1,-1 0-1,1 1 0,-1-1 1,1 0-1,-1 0 0,1 1 0,-1-1 1,0 0-1,-16 10 201,-1-1-1,0-1 1,-1 0 0,0-2 0,0 0 0,-28 5-1,10-2-57,-790 173-466,-623 40-1197,1378-214 1472,9 0 44,-105-1-1,168-7 3,0 0-1,0 0 1,0 0 0,0 0-1,0 0 1,0 0-1,0 0 1,0-1 0,0 1-1,0 0 1,0 0-1,0 0 1,0 0 0,0 0-1,0 0 1,0 0-1,0 0 1,0 0-1,0 0 1,0 0 0,0 0-1,0 0 1,0 0-1,0 0 1,0 0 0,0 0-1,0-1 1,17-2 115,262-45 598,39-6-713,-79-3 86,-3-11 1,307-130-1,-247 68-10,306-117 142,-566 235-219,58-12 0,-258 41 853,-1241 182-3191,452-26 744,-502 74 1312,1004-198-593,206-25 1045,184-20 548,45-6-428,16 1-282,-1 1 0,1-1 0,0 1 0,0 0 0,0-1 0,0 1 0,0-1 0,-1 1 0,1 0 0,0-1 0,0 1 0,0-1 0,0 1 0,0 0 0,0-1 0,1 1 0,-1-1 0,0 1 0,0-1 0,0 1 1,0 0-1,0-1 0,1 1 0,-1 0 0,0-1 0,0 1 0,0 0 0,1-1 0,-1 1 0,0 0 0,1-1 0,-1 1 0,0 0 0,1 0 0,0-1 0,17-17 213,2 2-1,0 0 1,24-14-1,187-110 730,114-31-427,658-236-2211,30 78 1101,-760 256-142,-73 25 273,-174 43 431,-1 0 1,46-2-1,-70 7 25,0 0 0,0 0 0,0 0 0,0 0 0,0 0 0,0 0 0,1 1 0,-1-1 0,0 0 0,0 0 0,0 1 0,0-1 0,0 1 0,0-1 0,0 1 0,0 0 0,0-1 0,0 1 0,0 0 0,-1 0 0,0 0 0,1 0 0,-1-1 0,0 1 0,-1 0 0,1 0 0,0-1 0,0 1 0,0 0 0,0 0 0,-1-1 0,1 1 0,0 0 0,0-1 0,-1 1 0,1 0 0,-1-1 0,1 1 0,-1-1 0,1 1 0,-1 0 0,1-1 0,-1 1 0,1-1 0,-1 1 0,0-1 0,-16 13 0,-1-1 0,0-1 0,0-1 0,-26 10 0,-201 79 0,-97 22 77,-1322 397 278,1295-408-352,194-56-16,-224 63-238,-6-34 49,399-82 208,-14 2 33,0 0 1,0-2-1,-39-1 1,56-1 36,0 1 1,1 0-1,-1-1 1,1 0-1,-1 0 0,1 1 1,-1-2-1,-3-1 1,5 3-40,0-1 0,1 0 0,-1 1 0,0-1 0,1 0 1,-1 0-1,0 1 0,1-1 0,0 0 0,-1 0 0,1 0 0,-1 0 1,1 0-1,0 1 0,-1-1 0,1 0 0,0 0 0,0 0 0,0 0 1,0 0-1,0 0 0,0 0 0,0 0 0,0 0 0,0 0 0,1 0 1,-1 0-1,0 0 0,1-1 0,2-4 86,0-1 0,0 1 0,1 0-1,0 1 1,0-1 0,0 1 0,11-10 0,15-14 352,56-40 0,116-64 211,82-23-719,82-15-787,761-247-1462,-964 362 1893,221-75-594,-61 26 0,261-72-257,-516 157 1403,-58 15 186,-14 2 122,-22 1 85,1 1 0,-1 1 0,-38 6 1,0-1 167,15-3-218,-237 7 2302,279-8-2802,1-1-1,0 0 1,-1-1 0,1 1-1,0-1 1,-1 0 0,1-1-1,0 1 1,0-1-1,0-1 1,0 1 0,-7-5-1,13 7-5,-1-1 0,0 1 0,1 0 0,-1-1 0,1 1 0,-1 0 0,1-1 0,-1 1 0,1-1 0,0 1 0,-1-1 0,1 0 0,-1 1 0,1-1 0,0 1 0,0-1 0,-1 1 0,1-1 0,0 0 0,0 1 0,0-1 0,0 0 0,0 1 0,-1-1 0,1 0 0,0 1 0,1-1 0,-1 0 0,0 1 0,0-1 0,0 0 0,0 1 0,0-1 0,1 1 0,-1-1 0,0 0 0,0 1 0,1-1 0,-1 1 0,1-1 0,-1 1 0,0-1 0,1 1 0,-1-1 0,2 0 0,31-18 0,-32 19 0,40-16 0,1 1 0,1 2 0,0 3 0,63-9 0,183-4 0,-277 22 0,371-4 0,-383 5 0,0 0 0,1 0 0,-1 0 0,0 0 0,1 0 0,-1 0 0,0 0 0,1 0 0,-1 0 0,0 0 0,1 0 0,-1 0 0,0 0 0,1 0 0,-1 0 0,0 0 0,1 0 0,-1 0 0,0 0 0,1 1 0,-1-1 0,0 0 0,0 0 0,1 0 0,-1 0 0,0 1 0,0-1 0,1 0 0,-1 0 0,0 1 0,0-1 0,0 0 0,1 1 0,-1-1 0,-10 8 0,-26 5 0,-8-2 83,-1-2-1,0-2 0,-56 1 1,-144-6-1012,186-3 163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2A327-FA15-29B1-E7B2-592307931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5A82AD-5A85-B41D-8163-D0AE1C4D7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842CD-5F4A-A97C-B734-3ED54C6EC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6036-4997-4E74-8511-A1ACFA86136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CC66E-705D-E8D3-3A8B-A8907E568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6E10C-7423-B769-DD11-E006B9B48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13F-D0FF-4A62-A78B-F82051CD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622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39E16-DF3A-E125-314A-ADD94C6BB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9E0B3-9686-57E0-829E-E56330ABA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4EE94-80B2-B227-0D06-B2C13B98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6036-4997-4E74-8511-A1ACFA86136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10F09-8971-13D1-2F0C-A192F67B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05189-05DD-9BBE-99E9-D16DC015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13F-D0FF-4A62-A78B-F82051CD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089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A18C-04B6-F9F2-8BC3-9C2405313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A6A96-3A6B-A311-0208-66C95EA81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2A0C4-9BED-9829-C057-7C100DD96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6036-4997-4E74-8511-A1ACFA86136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A1B95-EBD5-ADF9-D594-7DD03B13F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2FC09-FD8D-3050-38EC-C4B11AFBC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13F-D0FF-4A62-A78B-F82051CD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602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D6309-F6B7-4220-5AE8-F4AA3299B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ACE24-FEB3-3295-3513-ABC69D54DC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23ABC-06EC-3A70-6129-A8F015C13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DD804-B83F-3B94-B393-92CE71D0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6036-4997-4E74-8511-A1ACFA86136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7D952-5C20-CDD4-EBBF-3A6F8486B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64670-52B7-633F-087F-63599CA88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13F-D0FF-4A62-A78B-F82051CD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40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0333A-3420-A709-3D8A-B5F52109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DB302-3B89-8A9A-3579-29B372DBC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19900-F7F7-5773-55FD-3E896CC99A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7434A2-8941-E007-7EBE-F3460590E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DB280B-18B6-E15A-89EE-6F9CDE2C71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2C7EC4-FAD0-A427-5575-9217B3BD6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6036-4997-4E74-8511-A1ACFA86136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5B6CC-8434-165D-B381-2A49EEE27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9E3965-1034-7436-FFFD-B97B88E8A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13F-D0FF-4A62-A78B-F82051CD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048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E2192-EC0D-1B3F-C42E-D5677399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FF2010-BD85-08B6-986F-509AE3EA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6036-4997-4E74-8511-A1ACFA86136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CEB8C-1F13-EF9B-CC7E-2F434DA1D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7DD49-27DF-2C10-69EC-00013A288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13F-D0FF-4A62-A78B-F82051CD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597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34DB68-0C6B-21F7-C3BD-16ACDEEA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6036-4997-4E74-8511-A1ACFA86136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5559BA-B963-50EC-68C6-67D9101F0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44D18-FA65-BF2E-9C48-6BA7E1824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13F-D0FF-4A62-A78B-F82051CD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767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2ABFA-90A5-2410-5B5E-C5E61F22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19753-1A89-3891-869D-C1E7E075F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205CB-FB90-CCBE-54BF-21697547C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97CE9-048E-49BD-F33E-DABD8D5D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6036-4997-4E74-8511-A1ACFA86136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0FA0E-FDF1-38FA-6840-AEBF9823F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60EC0-E06D-0E21-0569-E0B3F549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13F-D0FF-4A62-A78B-F82051CD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62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70DF0-9056-7B5A-CBF3-3AF014CC2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71C5AE-258B-46E8-5C88-579527154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69BAE6-3D5D-C6C2-7940-C91B75D98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52FAF-18FE-D045-5CBD-99F20C2F1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6036-4997-4E74-8511-A1ACFA86136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C7D08-CBEC-7461-FBA9-E2254ED57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92DC3-DBE1-9CE3-4F16-7F7195A7D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13F-D0FF-4A62-A78B-F82051CD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451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D41A6-3871-91D7-7876-62B9EEB49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CB9D01-A8A5-FFAD-D9C6-BAF2171B9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AE4C2-E18F-4CBE-81FE-F8EEFE14E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6036-4997-4E74-8511-A1ACFA86136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E52DB-BEE7-AE1C-55CE-26A7E569D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1DC43-D91F-6D01-671D-0D6C61FEF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13F-D0FF-4A62-A78B-F82051CD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604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E7B6E1-EDEA-D011-F86F-C68AB6BC30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71C4EA-9064-F57E-8621-451931A32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FEA47-0871-6BD8-797E-40450E06E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6036-4997-4E74-8511-A1ACFA86136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72C1E-1EA2-BDB2-285C-2669AFDA0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D8C00-1C0B-DCA1-F2A0-9173F8783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13F-D0FF-4A62-A78B-F82051CD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998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98B06E-83BF-B98B-04FC-1BD67884E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0A806-F072-B95C-9B84-6247A04AA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EAE49-1246-E0DA-D95C-611FD1922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B26036-4997-4E74-8511-A1ACFA861364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1067E-5675-AAA1-AD19-AECB40A467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16364-0D57-800E-D528-837DB959E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DD13F-D0FF-4A62-A78B-F82051CD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917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334B40-B766-97C1-41F8-7C094D61A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B13C20F-304D-2C66-68A3-208972C5F7F0}"/>
                  </a:ext>
                </a:extLst>
              </p14:cNvPr>
              <p14:cNvContentPartPr/>
              <p14:nvPr/>
            </p14:nvContentPartPr>
            <p14:xfrm>
              <a:off x="1071697" y="1327188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B13C20F-304D-2C66-68A3-208972C5F7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9057" y="126454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67E383E-F301-3A65-0211-8A33044BA8C1}"/>
                  </a:ext>
                </a:extLst>
              </p14:cNvPr>
              <p14:cNvContentPartPr/>
              <p14:nvPr/>
            </p14:nvContentPartPr>
            <p14:xfrm>
              <a:off x="5912617" y="4030788"/>
              <a:ext cx="1932480" cy="598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67E383E-F301-3A65-0211-8A33044BA8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49977" y="3967788"/>
                <a:ext cx="2058120" cy="72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E0413A0-0C53-4AA5-C2ED-7084CC166C3B}"/>
                  </a:ext>
                </a:extLst>
              </p14:cNvPr>
              <p14:cNvContentPartPr/>
              <p14:nvPr/>
            </p14:nvContentPartPr>
            <p14:xfrm>
              <a:off x="6924217" y="4481868"/>
              <a:ext cx="1107720" cy="3855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E0413A0-0C53-4AA5-C2ED-7084CC166C3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61577" y="4419228"/>
                <a:ext cx="1233360" cy="51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CE36A09A-08C9-830D-0694-8F2220F5EB28}"/>
              </a:ext>
            </a:extLst>
          </p:cNvPr>
          <p:cNvGrpSpPr/>
          <p:nvPr/>
        </p:nvGrpSpPr>
        <p:grpSpPr>
          <a:xfrm>
            <a:off x="3673417" y="4049868"/>
            <a:ext cx="4891680" cy="871200"/>
            <a:chOff x="3673417" y="4049868"/>
            <a:chExt cx="4891680" cy="87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C596242-1134-A612-DCBB-4916BF56F728}"/>
                    </a:ext>
                  </a:extLst>
                </p14:cNvPr>
                <p14:cNvContentPartPr/>
                <p14:nvPr/>
              </p14:nvContentPartPr>
              <p14:xfrm>
                <a:off x="5155177" y="4049868"/>
                <a:ext cx="3409920" cy="505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C596242-1134-A612-DCBB-4916BF56F72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92177" y="3986868"/>
                  <a:ext cx="353556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34C1E16-3B14-9039-9F30-CD9B417ED6C0}"/>
                    </a:ext>
                  </a:extLst>
                </p14:cNvPr>
                <p14:cNvContentPartPr/>
                <p14:nvPr/>
              </p14:nvContentPartPr>
              <p14:xfrm>
                <a:off x="3673417" y="4369188"/>
                <a:ext cx="1779840" cy="286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34C1E16-3B14-9039-9F30-CD9B417ED6C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10777" y="4306548"/>
                  <a:ext cx="190548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79B8EE4-68DD-956A-4AF3-B53A9C824191}"/>
                    </a:ext>
                  </a:extLst>
                </p14:cNvPr>
                <p14:cNvContentPartPr/>
                <p14:nvPr/>
              </p14:nvContentPartPr>
              <p14:xfrm>
                <a:off x="5329057" y="4092708"/>
                <a:ext cx="1643040" cy="204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79B8EE4-68DD-956A-4AF3-B53A9C82419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66417" y="4029708"/>
                  <a:ext cx="17686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0EB87D3-6DF9-C5C9-65DD-A2E898049094}"/>
                    </a:ext>
                  </a:extLst>
                </p14:cNvPr>
                <p14:cNvContentPartPr/>
                <p14:nvPr/>
              </p14:nvContentPartPr>
              <p14:xfrm>
                <a:off x="5732257" y="4217988"/>
                <a:ext cx="10440" cy="703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0EB87D3-6DF9-C5C9-65DD-A2E89804909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669617" y="4155348"/>
                  <a:ext cx="136080" cy="82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B07AD67-7DE6-69CF-1EFD-EF3F4A621990}"/>
                  </a:ext>
                </a:extLst>
              </p14:cNvPr>
              <p14:cNvContentPartPr/>
              <p14:nvPr/>
            </p14:nvContentPartPr>
            <p14:xfrm>
              <a:off x="7069297" y="4247148"/>
              <a:ext cx="149760" cy="4291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B07AD67-7DE6-69CF-1EFD-EF3F4A62199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06297" y="4184508"/>
                <a:ext cx="275400" cy="55476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4BACA54A-D498-40FB-CF49-B93D63D8CF81}"/>
              </a:ext>
            </a:extLst>
          </p:cNvPr>
          <p:cNvSpPr txBox="1"/>
          <p:nvPr/>
        </p:nvSpPr>
        <p:spPr>
          <a:xfrm>
            <a:off x="3274142" y="4217988"/>
            <a:ext cx="7610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 AC Sales Analysis Using Web Scraping ( Flipkart)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AB4DE4B-5307-2BB8-E4DE-1514A3FA4F86}"/>
                  </a:ext>
                </a:extLst>
              </p14:cNvPr>
              <p14:cNvContentPartPr/>
              <p14:nvPr/>
            </p14:nvContentPartPr>
            <p14:xfrm>
              <a:off x="9208777" y="5783628"/>
              <a:ext cx="2299320" cy="5090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AB4DE4B-5307-2BB8-E4DE-1514A3FA4F8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145777" y="5720988"/>
                <a:ext cx="2424960" cy="63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FA0C936-4FAB-81AC-06B9-4D313194546C}"/>
                  </a:ext>
                </a:extLst>
              </p14:cNvPr>
              <p14:cNvContentPartPr/>
              <p14:nvPr/>
            </p14:nvContentPartPr>
            <p14:xfrm>
              <a:off x="8275657" y="5713428"/>
              <a:ext cx="2861280" cy="5778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FA0C936-4FAB-81AC-06B9-4D313194546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212657" y="5650788"/>
                <a:ext cx="2986920" cy="70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4CFB8D2-7644-7C1F-A411-C73FF24AF56C}"/>
                  </a:ext>
                </a:extLst>
              </p14:cNvPr>
              <p14:cNvContentPartPr/>
              <p14:nvPr/>
            </p14:nvContentPartPr>
            <p14:xfrm>
              <a:off x="8508937" y="5779668"/>
              <a:ext cx="2050920" cy="6922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4CFB8D2-7644-7C1F-A411-C73FF24AF56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446297" y="5717028"/>
                <a:ext cx="2176560" cy="81792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7197A725-AE5D-CC50-E8B4-F09839D1E1AC}"/>
              </a:ext>
            </a:extLst>
          </p:cNvPr>
          <p:cNvSpPr txBox="1"/>
          <p:nvPr/>
        </p:nvSpPr>
        <p:spPr>
          <a:xfrm>
            <a:off x="8588089" y="5825617"/>
            <a:ext cx="205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K. Hemanth</a:t>
            </a:r>
          </a:p>
          <a:p>
            <a:r>
              <a:rPr lang="en-IN" b="1" dirty="0"/>
              <a:t>Batch : 456</a:t>
            </a:r>
          </a:p>
        </p:txBody>
      </p:sp>
    </p:spTree>
    <p:extLst>
      <p:ext uri="{BB962C8B-B14F-4D97-AF65-F5344CB8AC3E}">
        <p14:creationId xmlns:p14="http://schemas.microsoft.com/office/powerpoint/2010/main" val="3097952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61F664-4056-8256-DD4D-3F0DA7E6902F}"/>
              </a:ext>
            </a:extLst>
          </p:cNvPr>
          <p:cNvSpPr txBox="1"/>
          <p:nvPr/>
        </p:nvSpPr>
        <p:spPr>
          <a:xfrm>
            <a:off x="790001" y="1262269"/>
            <a:ext cx="779740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Business Problem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Problem statement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Web Scraping Details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Raw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Data Cleaning And Manipulation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Final Dataframe After Manipulation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Data Overview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Univariate Analysis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Bivariate Analysis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Hypothesis Test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Challenges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Recommendations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Conclusion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1CCFF-8F49-DE42-C6A8-6089A0D6F2DD}"/>
              </a:ext>
            </a:extLst>
          </p:cNvPr>
          <p:cNvSpPr txBox="1"/>
          <p:nvPr/>
        </p:nvSpPr>
        <p:spPr>
          <a:xfrm>
            <a:off x="5088193" y="116704"/>
            <a:ext cx="2015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335185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4C20C-3563-F512-97A0-900AD84B1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E61EFB-B8B6-8E83-C5AB-01AFE269B0D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5C26B7-06C3-596F-D034-0730D3B0BF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33246"/>
            <a:ext cx="121920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John Is A Working Professional Who Wants To Buy A New Air Conditioner. He Visits Multiple Online Platforms And Sees Hundreds Of AC Models With Different: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AC Capacity Options (Ton)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Energy Star Ratings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Brand Variations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Customer Ratings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/>
              <a:t>Some Acs Cost ₹20,000, While Others Cost ₹80,000, But Many Of Them Appear To Have Similar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John Starts Asking Questions: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“Is Paying More Really Worth It?”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“Should I Buy 1 Ton, 1.5 Ton Or 2 Ton AC?”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“Do Higher Energy Star Ratings Always Mean Better Customer Ratings?”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“Which Features Actually Increase The Price?”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/>
              <a:t>Like John, Many Buyers Face The Same Confusion While Purchasing An Ac Online.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6AC7A4-757D-80AB-DF66-BAACAB8D3257}"/>
              </a:ext>
            </a:extLst>
          </p:cNvPr>
          <p:cNvSpPr txBox="1"/>
          <p:nvPr/>
        </p:nvSpPr>
        <p:spPr>
          <a:xfrm>
            <a:off x="4434348" y="98322"/>
            <a:ext cx="3323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Business Problem</a:t>
            </a:r>
          </a:p>
        </p:txBody>
      </p:sp>
    </p:spTree>
    <p:extLst>
      <p:ext uri="{BB962C8B-B14F-4D97-AF65-F5344CB8AC3E}">
        <p14:creationId xmlns:p14="http://schemas.microsoft.com/office/powerpoint/2010/main" val="4056187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350D47-9AC2-60D9-EFFB-F35506F39542}"/>
              </a:ext>
            </a:extLst>
          </p:cNvPr>
          <p:cNvSpPr txBox="1"/>
          <p:nvPr/>
        </p:nvSpPr>
        <p:spPr>
          <a:xfrm>
            <a:off x="4026309" y="98323"/>
            <a:ext cx="4139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309C30-0289-49AC-9589-34F7410059F1}"/>
              </a:ext>
            </a:extLst>
          </p:cNvPr>
          <p:cNvSpPr txBox="1"/>
          <p:nvPr/>
        </p:nvSpPr>
        <p:spPr>
          <a:xfrm>
            <a:off x="609598" y="1028343"/>
            <a:ext cx="1075649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Customers Face Difficulty Choosing The Best-value AC Due To Many Similar Models With Varying Prices, Brands, And Energy Ratings In Online Markets.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This Project Applies Eda On Ac Product Data To Understand How Pricing, Discounts, Capacity, Energy Efficiency, And Customer Ratings Influence Purchase Decisions.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r>
              <a:rPr lang="en-US" b="1" dirty="0"/>
              <a:t>By Identifying Key Patterns And Insights, This Study Helps In: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Understanding How Price Varies With Capacity, Brand, And Star Rating.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Finding Which Factors Contribute Most To Higher Prices.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Checking Whether Expensive Products Are Actually Better Rated.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Highlighting The Best Value Combinations For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Ultimately, The Objective Is To Support Customers In Making Smarter Ac Purchase Decisions Using Data-driven Insights.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40E9A9-1B18-4BDF-7EB7-6F404AD6B8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928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02A31-67FF-C875-C616-C4FADFC8A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4D7A7A-5A7B-CEA9-064B-E9D687C70A4E}"/>
              </a:ext>
            </a:extLst>
          </p:cNvPr>
          <p:cNvSpPr txBox="1"/>
          <p:nvPr/>
        </p:nvSpPr>
        <p:spPr>
          <a:xfrm>
            <a:off x="3952567" y="137652"/>
            <a:ext cx="42868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Web Scraping – Details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553F21-564E-465B-333A-8925A7E3864A}"/>
              </a:ext>
            </a:extLst>
          </p:cNvPr>
          <p:cNvSpPr txBox="1"/>
          <p:nvPr/>
        </p:nvSpPr>
        <p:spPr>
          <a:xfrm>
            <a:off x="0" y="1406013"/>
            <a:ext cx="121919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Website</a:t>
            </a:r>
            <a:r>
              <a:rPr lang="en-IN" sz="2400" b="1" dirty="0"/>
              <a:t> : </a:t>
            </a:r>
            <a:r>
              <a:rPr lang="en-US" sz="2400" dirty="0"/>
              <a:t>Flipkart.com</a:t>
            </a:r>
            <a:r>
              <a:rPr lang="en-IN" sz="2400" dirty="0"/>
              <a:t>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Tools Used </a:t>
            </a:r>
            <a:r>
              <a:rPr lang="en-IN" sz="2400" b="1" dirty="0"/>
              <a:t>: </a:t>
            </a:r>
            <a:r>
              <a:rPr lang="en-IN" sz="2400" dirty="0"/>
              <a:t>Selenium Web Driver, Python, Locators, And Regex.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Approach</a:t>
            </a:r>
            <a:r>
              <a:rPr lang="en-IN" sz="2400" dirty="0">
                <a:solidFill>
                  <a:srgbClr val="FF0000"/>
                </a:solidFill>
              </a:rPr>
              <a:t> </a:t>
            </a:r>
            <a:r>
              <a:rPr lang="en-IN" sz="2400" dirty="0"/>
              <a:t>: Inspecting The Website &gt; Install Selenium &gt; Opens Target URL &gt; Locate Elements &gt; Extract The Data  Using Regex &gt; Clean The Data &gt; Store The Data.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Saved To Structured Data Frame For EDA Analysis.</a:t>
            </a:r>
          </a:p>
          <a:p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98F60B-5726-CC3D-D3EE-1564CDA8F6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764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8977D7-D36E-F2FB-0B4B-296BA8807D45}"/>
              </a:ext>
            </a:extLst>
          </p:cNvPr>
          <p:cNvSpPr txBox="1"/>
          <p:nvPr/>
        </p:nvSpPr>
        <p:spPr>
          <a:xfrm>
            <a:off x="3610896" y="56432"/>
            <a:ext cx="4970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u="sng" dirty="0">
                <a:solidFill>
                  <a:srgbClr val="FF0000"/>
                </a:solidFill>
              </a:rPr>
              <a:t>RAW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7611A-0DF8-EFBB-E636-995365A93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391" y="1304629"/>
            <a:ext cx="9899374" cy="31481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F0800F-0BC3-FEDE-B407-6C4B2E08DB8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F0E197-5951-7CC8-B7A6-57714AA3D04C}"/>
              </a:ext>
            </a:extLst>
          </p:cNvPr>
          <p:cNvSpPr txBox="1"/>
          <p:nvPr/>
        </p:nvSpPr>
        <p:spPr>
          <a:xfrm>
            <a:off x="516835" y="5078213"/>
            <a:ext cx="10893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This dataset was collected by scraping e-commerce website and includes AC prices, ratings, brands, capacity, year, and energy star ratings.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70873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C0E06-FD17-EF0E-BE36-801CDE04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CA1979-B206-5FA5-55BB-E5F085BD9026}"/>
              </a:ext>
            </a:extLst>
          </p:cNvPr>
          <p:cNvSpPr txBox="1"/>
          <p:nvPr/>
        </p:nvSpPr>
        <p:spPr>
          <a:xfrm>
            <a:off x="3072580" y="78659"/>
            <a:ext cx="6046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Data Cleaning And Manipulation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8B44B8-E4C8-E209-F21C-7A7D9E59136C}"/>
              </a:ext>
            </a:extLst>
          </p:cNvPr>
          <p:cNvSpPr txBox="1">
            <a:spLocks/>
          </p:cNvSpPr>
          <p:nvPr/>
        </p:nvSpPr>
        <p:spPr>
          <a:xfrm>
            <a:off x="0" y="1074509"/>
            <a:ext cx="12192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Handled Missing Values Using Mean/Median For Numerical Columns And Mode For Categorical Columns.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Removed Duplicate Records To Avoid Biased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Corrected Data Types (E.G., Price To Numeric, Dates To Datetime).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Renamed Columns And Fixed Inconsistencies For Better Readability And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 Created Discount-related Features.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Applied Conditional Updates.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Prepared Data For Visualization &amp; Insights.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D6FCC5-0502-9953-5159-EBFECF28CA1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40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693D2-7652-4D4E-BAA5-D50100CF9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1CFB6D-E789-4514-43D4-5F5A482C7CDE}"/>
              </a:ext>
            </a:extLst>
          </p:cNvPr>
          <p:cNvSpPr txBox="1"/>
          <p:nvPr/>
        </p:nvSpPr>
        <p:spPr>
          <a:xfrm>
            <a:off x="2868251" y="98323"/>
            <a:ext cx="645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Dataframe After Manipulation</a:t>
            </a:r>
            <a:endParaRPr lang="en-IN" sz="2800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6C5128-064D-D79E-08DA-CECD75870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696" y="1130709"/>
            <a:ext cx="9581321" cy="35108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234EE4-80AC-FB4D-4BFC-AEF8AA1504E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8FB145-AA37-7895-3ACE-A41DEA0958D0}"/>
              </a:ext>
            </a:extLst>
          </p:cNvPr>
          <p:cNvSpPr txBox="1"/>
          <p:nvPr/>
        </p:nvSpPr>
        <p:spPr>
          <a:xfrm>
            <a:off x="417443" y="5019405"/>
            <a:ext cx="112510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This final dataframe shows the cleaned and processed AC data, including prices, discounts, ratings, capacity, star ratings, and categorized price and rating bands.</a:t>
            </a:r>
          </a:p>
        </p:txBody>
      </p:sp>
    </p:spTree>
    <p:extLst>
      <p:ext uri="{BB962C8B-B14F-4D97-AF65-F5344CB8AC3E}">
        <p14:creationId xmlns:p14="http://schemas.microsoft.com/office/powerpoint/2010/main" val="3907840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918D8-76F9-688B-8AA5-0B4C777A0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897211-348E-5FC7-2942-6423FE3CCC00}"/>
              </a:ext>
            </a:extLst>
          </p:cNvPr>
          <p:cNvSpPr txBox="1"/>
          <p:nvPr/>
        </p:nvSpPr>
        <p:spPr>
          <a:xfrm>
            <a:off x="4458929" y="78657"/>
            <a:ext cx="3274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Data Overview </a:t>
            </a:r>
            <a:endParaRPr lang="en-IN" sz="2800" u="sng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4F1D2210-EC12-FFA1-59F2-6649D13359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C67CA8BA-2016-E212-7DD1-D4E3C6747A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B791C8-7D06-310E-2A4E-33E67203A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219" y="1233487"/>
            <a:ext cx="9871587" cy="49706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FE30DB-172C-A4C1-2CA6-08FB848234F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88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B9BE7-9C81-C013-76B2-773DFA755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2F73F6-512A-D5D6-041F-25590FFC576E}"/>
              </a:ext>
            </a:extLst>
          </p:cNvPr>
          <p:cNvSpPr txBox="1"/>
          <p:nvPr/>
        </p:nvSpPr>
        <p:spPr>
          <a:xfrm>
            <a:off x="4252451" y="141513"/>
            <a:ext cx="3687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IN" sz="28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87059-76EF-23FA-9878-23D2B89D4D61}"/>
              </a:ext>
            </a:extLst>
          </p:cNvPr>
          <p:cNvSpPr txBox="1"/>
          <p:nvPr/>
        </p:nvSpPr>
        <p:spPr>
          <a:xfrm>
            <a:off x="973394" y="1406013"/>
            <a:ext cx="89670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Brand Distributions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Original Price Distributions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Discount Price Distributions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Ac Capacity Count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Star Rating Distributions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3FCC32-F6B4-FDE9-4B8E-C0C3DE6EE8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466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4285B-021E-A6C9-48F9-F140DBB78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4D1759-CCF1-4104-E814-32B454A791A1}"/>
              </a:ext>
            </a:extLst>
          </p:cNvPr>
          <p:cNvSpPr txBox="1"/>
          <p:nvPr/>
        </p:nvSpPr>
        <p:spPr>
          <a:xfrm>
            <a:off x="127819" y="127819"/>
            <a:ext cx="3175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Brand Distributions 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845874-FFB2-1833-7286-2C981C21D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75" y="589483"/>
            <a:ext cx="7639357" cy="39038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58E5FE-2A19-0304-79F7-16D71859CED4}"/>
              </a:ext>
            </a:extLst>
          </p:cNvPr>
          <p:cNvSpPr txBox="1"/>
          <p:nvPr/>
        </p:nvSpPr>
        <p:spPr>
          <a:xfrm>
            <a:off x="1061884" y="4791189"/>
            <a:ext cx="825909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Insights 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Brands like Daikin and Voltas dominate listings.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High model count suggests strong market presence.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Smaller brands compete with fewer SKUs.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19DF25-7B8B-2716-9359-3A3808B7D15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337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D22AD-15FD-F761-722F-D614BB4A2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B8178D-6303-7B10-8A1E-B1BD3418BB97}"/>
              </a:ext>
            </a:extLst>
          </p:cNvPr>
          <p:cNvSpPr txBox="1"/>
          <p:nvPr/>
        </p:nvSpPr>
        <p:spPr>
          <a:xfrm>
            <a:off x="226141" y="363794"/>
            <a:ext cx="4827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Original Price Distributions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94EA6E-6A89-E6FA-3FB9-F15220D0F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454" y="825459"/>
            <a:ext cx="6748617" cy="38546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03F1C3-F2A9-7962-BBF5-303197A95DF6}"/>
              </a:ext>
            </a:extLst>
          </p:cNvPr>
          <p:cNvSpPr txBox="1"/>
          <p:nvPr/>
        </p:nvSpPr>
        <p:spPr>
          <a:xfrm>
            <a:off x="894735" y="4832213"/>
            <a:ext cx="726603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Insights 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Original Prices Are Spread Across A Wider Range.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Peaks Around ₹45k–₹60k.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Highlights The Role Of Heavy Discounting Strategies.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5843D7-4B61-7733-13C2-B0AC427FF26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10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E02E9-545C-2161-34D9-8CAD6176C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519989-1C8D-8418-9334-27F2ED9DA4A4}"/>
              </a:ext>
            </a:extLst>
          </p:cNvPr>
          <p:cNvSpPr txBox="1"/>
          <p:nvPr/>
        </p:nvSpPr>
        <p:spPr>
          <a:xfrm>
            <a:off x="78658" y="255639"/>
            <a:ext cx="5250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Discount Price Distributions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DFA9D0-04E3-929D-2B4C-9B2FFB09C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444" y="1004658"/>
            <a:ext cx="5827150" cy="36853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08A692-AC2C-E69C-B53A-5B1B88A130B9}"/>
              </a:ext>
            </a:extLst>
          </p:cNvPr>
          <p:cNvSpPr txBox="1"/>
          <p:nvPr/>
        </p:nvSpPr>
        <p:spPr>
          <a:xfrm>
            <a:off x="881677" y="5036336"/>
            <a:ext cx="89866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Insights :</a:t>
            </a:r>
          </a:p>
          <a:p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Most ACs are priced between ₹25,000 and ₹40,000.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The distribution is right-skewed, indicating fewer premium models.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The market is largely budget-to-mid range focused.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21F4BF-529B-16B5-AA2D-2F993C97E9C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608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8C517-7CD0-E503-D8FD-C999A31D4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BA3F4E-33AB-E78B-DAF7-5CE1116D6E5B}"/>
              </a:ext>
            </a:extLst>
          </p:cNvPr>
          <p:cNvSpPr txBox="1"/>
          <p:nvPr/>
        </p:nvSpPr>
        <p:spPr>
          <a:xfrm>
            <a:off x="88489" y="246221"/>
            <a:ext cx="3057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AC Capacity Count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E018C6-58B1-0DD7-7B20-4A87D540E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654" y="894284"/>
            <a:ext cx="6162522" cy="3697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82777D-8E33-46DF-F9DF-B623454F2695}"/>
              </a:ext>
            </a:extLst>
          </p:cNvPr>
          <p:cNvSpPr txBox="1"/>
          <p:nvPr/>
        </p:nvSpPr>
        <p:spPr>
          <a:xfrm>
            <a:off x="0" y="4549676"/>
            <a:ext cx="12192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Insight :</a:t>
            </a:r>
          </a:p>
          <a:p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1.5 Ton Acs Dominate The Dataset, Indicating The Highest Demand For Medium-sized Room Cooling.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1 Ton Models Are The Second Most Common, Preferred For Smaller Rooms.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Higher And Uncommon Capacities Appear Far Less Frequently, Suggesting Niche Market Demand.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Overall Capacity Distribution Reflects Typical Residential Usage Patterns.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62D238-288D-DEF1-613F-A1D670E2F2C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820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9A1C7-17BD-4D00-E078-6EED1B040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48943B-9027-1E9C-57D9-35FAF6F31202}"/>
              </a:ext>
            </a:extLst>
          </p:cNvPr>
          <p:cNvSpPr txBox="1"/>
          <p:nvPr/>
        </p:nvSpPr>
        <p:spPr>
          <a:xfrm>
            <a:off x="0" y="294967"/>
            <a:ext cx="4168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Star Rating Distributions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831F53-223A-1966-D45D-7B7D3BE730B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605" y="756632"/>
            <a:ext cx="5496233" cy="36088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E2917C-2321-2685-3FC0-056AB3CEC9E5}"/>
              </a:ext>
            </a:extLst>
          </p:cNvPr>
          <p:cNvSpPr txBox="1"/>
          <p:nvPr/>
        </p:nvSpPr>
        <p:spPr>
          <a:xfrm>
            <a:off x="668594" y="4876800"/>
            <a:ext cx="938980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Insights 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3-star Acs Dominate The Market.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Energy Efficiency Is Not The Top Priority For Most Buyers.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Cost Likely Outweighs Long-term Power Savings.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B03135-EECB-239F-EEDE-3A183820512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974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F06DA-3E66-5673-89E7-88EA276F8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8C6E5-C560-B7CE-087E-E2E30A61AF31}"/>
              </a:ext>
            </a:extLst>
          </p:cNvPr>
          <p:cNvSpPr txBox="1"/>
          <p:nvPr/>
        </p:nvSpPr>
        <p:spPr>
          <a:xfrm>
            <a:off x="4060723" y="186813"/>
            <a:ext cx="40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BI Variate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E3D925-746F-A6C2-AAD3-E52B65E183BD}"/>
              </a:ext>
            </a:extLst>
          </p:cNvPr>
          <p:cNvSpPr txBox="1"/>
          <p:nvPr/>
        </p:nvSpPr>
        <p:spPr>
          <a:xfrm>
            <a:off x="1258530" y="1317523"/>
            <a:ext cx="71578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Discounted Price And Price Band.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Price Band And Rating Category.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Ratings And Capacity.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Discounted Price And Customer Ratings.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B34945-ADE4-B478-1E34-FF8B59B11E5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80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2CCB6-585B-DD1F-3A23-DF61825A3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7165CF-C562-515F-641C-08AC8FB9FE38}"/>
              </a:ext>
            </a:extLst>
          </p:cNvPr>
          <p:cNvSpPr txBox="1"/>
          <p:nvPr/>
        </p:nvSpPr>
        <p:spPr>
          <a:xfrm>
            <a:off x="78659" y="324464"/>
            <a:ext cx="5152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Discounted Price And Price Band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AD729E-763D-2FAF-C955-0CC2AEA90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751" y="1041768"/>
            <a:ext cx="5852497" cy="34515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EFFC39-3B3C-A611-0DA0-EC2F4099972F}"/>
              </a:ext>
            </a:extLst>
          </p:cNvPr>
          <p:cNvSpPr txBox="1"/>
          <p:nvPr/>
        </p:nvSpPr>
        <p:spPr>
          <a:xfrm>
            <a:off x="629265" y="4680155"/>
            <a:ext cx="9832258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Insights: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Clear Separation Is Visible Across Price Bands: Budget Has The Lowest Discounted Prices, While Premium And Luxury Have Much Higher Prices.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Luxury Band Shows Very High Prices With Minimal Variation, Indicating Only A Few High-end Ac Models Fall Under This Category.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C035BF-FA28-84BF-44A7-F075EF1A224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163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037FB-5A5E-FD50-565A-AA539D518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E69994-22F5-3240-55B0-B045890B3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09" y="1273278"/>
            <a:ext cx="6803923" cy="31807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EBAD9A-92B5-1D27-CF74-53FE6B6A3ABA}"/>
              </a:ext>
            </a:extLst>
          </p:cNvPr>
          <p:cNvSpPr txBox="1"/>
          <p:nvPr/>
        </p:nvSpPr>
        <p:spPr>
          <a:xfrm>
            <a:off x="176980" y="377397"/>
            <a:ext cx="4955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Price Band And Rating Category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B2FD09-B574-19C4-F999-5D844991578F}"/>
              </a:ext>
            </a:extLst>
          </p:cNvPr>
          <p:cNvSpPr txBox="1"/>
          <p:nvPr/>
        </p:nvSpPr>
        <p:spPr>
          <a:xfrm>
            <a:off x="0" y="4454014"/>
            <a:ext cx="1219200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Insights: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Mid-range Acs Dominate The Dataset And They Mostly Fall Under The “Good” Rating Category, Indicating Most Products Are Reasonably Rated.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Premium And Luxury Bands Have Fewer Products, But They Still Show A Mix Of Rating Categories—higher Price Does Not Always Guarantee “Excellent” Ratings.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3BCB87-947C-7BDC-8FDA-E2D892C2D24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820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ECCD4-4463-27DD-4CF2-80E2148A1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F1A5F1-F76E-94CA-702E-336CFD553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908" y="931382"/>
            <a:ext cx="6371303" cy="34658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357F80-4B42-FED3-8BF1-374CC6103FA1}"/>
              </a:ext>
            </a:extLst>
          </p:cNvPr>
          <p:cNvSpPr txBox="1"/>
          <p:nvPr/>
        </p:nvSpPr>
        <p:spPr>
          <a:xfrm>
            <a:off x="78657" y="403123"/>
            <a:ext cx="5899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Discounted Price And Customer Ratings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8FFCB-F98C-FD3C-467C-E8D0820BAC4B}"/>
              </a:ext>
            </a:extLst>
          </p:cNvPr>
          <p:cNvSpPr txBox="1"/>
          <p:nvPr/>
        </p:nvSpPr>
        <p:spPr>
          <a:xfrm>
            <a:off x="0" y="4463846"/>
            <a:ext cx="1219200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Insights 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Customer Ratings Stay Mostly Between 4.0–4.5 Across All Price Ranges, Showing Consistent Satisfaction.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There Is No Clear Relationship Between Discounted Price And Ratings, Meaning Higher Price Does Not Guarantee Higher Rating.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440D5D-5C38-F51D-C9B8-53ABA2B2506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210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786C9-3A4B-9F3F-9A7F-F1C09D659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76F68B-CB34-5236-3E19-2DB0EF628C86}"/>
              </a:ext>
            </a:extLst>
          </p:cNvPr>
          <p:cNvSpPr txBox="1"/>
          <p:nvPr/>
        </p:nvSpPr>
        <p:spPr>
          <a:xfrm>
            <a:off x="98323" y="2087127"/>
            <a:ext cx="55847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Do Premium + Luxury ACs have higher discount amounts than Budget + Mid-Range ACs?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H0 (Null): Mean discount amount of Budget + Mid-Range ACs = Mean discount amount of Premium + Luxury Acs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H1 (Alternative): Mean discount amount of Premium + Luxury ACs &gt; Mean discount amount of Budget + Mid-Range ACs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770ACA-4C25-9758-AF4F-83613CD6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803" y="1800097"/>
            <a:ext cx="6256081" cy="3211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853D98-463A-5914-3A53-A4E6F42819F0}"/>
              </a:ext>
            </a:extLst>
          </p:cNvPr>
          <p:cNvSpPr txBox="1"/>
          <p:nvPr/>
        </p:nvSpPr>
        <p:spPr>
          <a:xfrm>
            <a:off x="98322" y="5298741"/>
            <a:ext cx="12093677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/>
              <a:t>Key Insights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dirty="0"/>
              <a:t>Budget + Mid-range Acs Show Higher Discount Amounts Than Premium + Luxury Acs, Indicating Larger Discounts Are More Common In Lower And Mid-price Segments.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dirty="0"/>
              <a:t>This Suggests That Discounts Are Used As A Strategy To Boost Sales In Budget/Mid-range Categories, While Premium Models Have Comparatively Smaller Discount Offers.</a:t>
            </a:r>
            <a:endParaRPr lang="en-IN" sz="1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05DCA-C878-FC51-1080-9E57A465C883}"/>
              </a:ext>
            </a:extLst>
          </p:cNvPr>
          <p:cNvSpPr txBox="1"/>
          <p:nvPr/>
        </p:nvSpPr>
        <p:spPr>
          <a:xfrm>
            <a:off x="4591665" y="62237"/>
            <a:ext cx="2821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Hypothesis Test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868DA4-C187-A44C-3390-A9B187372393}"/>
              </a:ext>
            </a:extLst>
          </p:cNvPr>
          <p:cNvSpPr txBox="1"/>
          <p:nvPr/>
        </p:nvSpPr>
        <p:spPr>
          <a:xfrm>
            <a:off x="206477" y="589042"/>
            <a:ext cx="681375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b="1" dirty="0">
                <a:solidFill>
                  <a:srgbClr val="FF0000"/>
                </a:solidFill>
              </a:rPr>
              <a:t>WHY Hypothesis Comes After Visualization?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9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Because Visuals Tell Us What Looks True.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Statistics Tell Us Whether It Is Actually True.</a:t>
            </a:r>
            <a:endParaRPr lang="en-US" sz="19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155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B6960-5230-8AB5-599F-0378A1BE7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AF5FD8-F165-EB87-2BB5-336B0BEC0BB8}"/>
              </a:ext>
            </a:extLst>
          </p:cNvPr>
          <p:cNvSpPr txBox="1"/>
          <p:nvPr/>
        </p:nvSpPr>
        <p:spPr>
          <a:xfrm>
            <a:off x="14748" y="801418"/>
            <a:ext cx="121772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Do Excellent Category Acs Have Higher Customer Ratings Than Average Category Acs?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H0 (Null): Mean Ratings Of Average Category Acs = Mean Ratings Of Excellent Category Acs.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H1 (Alternative): Mean Ratings Of Excellent Category Acs &gt; Mean Ratings Of Average Category Acs.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0E481A-1D44-254B-A9CD-43E815465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915" y="2330854"/>
            <a:ext cx="5299588" cy="29442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C68F29-B3B1-2480-9A8A-6D0DF0CF288D}"/>
              </a:ext>
            </a:extLst>
          </p:cNvPr>
          <p:cNvSpPr txBox="1"/>
          <p:nvPr/>
        </p:nvSpPr>
        <p:spPr>
          <a:xfrm>
            <a:off x="373626" y="5122605"/>
            <a:ext cx="1041236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Key Insights :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Excellent Category Acs Have Significantly Higher Customer Ratings Than Average Category Acs (Reject H0).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This Confirms That The Rating Category Classification Is Meaningful And Reflects Real Differences In Customer Satisfaction.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810E3A-02C7-8C80-1827-B4B3F1BF2C63}"/>
              </a:ext>
            </a:extLst>
          </p:cNvPr>
          <p:cNvSpPr txBox="1"/>
          <p:nvPr/>
        </p:nvSpPr>
        <p:spPr>
          <a:xfrm>
            <a:off x="4262283" y="81218"/>
            <a:ext cx="2635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Hypothesis Test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BE6C84-528C-1622-C58C-A303E9CD77B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355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51FCC9-213D-9970-8D84-81368C2EEBFC}"/>
              </a:ext>
            </a:extLst>
          </p:cNvPr>
          <p:cNvSpPr txBox="1"/>
          <p:nvPr/>
        </p:nvSpPr>
        <p:spPr>
          <a:xfrm>
            <a:off x="3841955" y="100471"/>
            <a:ext cx="2717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Hypothesis Test 3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ACFA3A-9682-3173-1C57-37EF48406B7B}"/>
              </a:ext>
            </a:extLst>
          </p:cNvPr>
          <p:cNvSpPr txBox="1"/>
          <p:nvPr/>
        </p:nvSpPr>
        <p:spPr>
          <a:xfrm>
            <a:off x="0" y="845574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Does Discounted Price differ significantly across different Energy Star Ratings (1 to 5)?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H0 (Null): Mean Discounted Price is same for all Star Ratings (1,2,3,4,5)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H1 (Alternative): At least one Star Rating group has a significantly different mean Discounted Price</a:t>
            </a:r>
            <a:endParaRPr lang="en-I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07FD91-310C-5D32-A8A1-C10116790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330" y="2169013"/>
            <a:ext cx="4955458" cy="28668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D62542-575B-F733-451F-9C1270EBF30E}"/>
              </a:ext>
            </a:extLst>
          </p:cNvPr>
          <p:cNvSpPr txBox="1"/>
          <p:nvPr/>
        </p:nvSpPr>
        <p:spPr>
          <a:xfrm>
            <a:off x="235974" y="5035814"/>
            <a:ext cx="1195602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Key Insights :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Discounted Price Does Not Vary Significantly Across Different Energy Star Ratings (1–5) (Fail To Reject H0).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This Indicates That Energy Efficiency (Star Rating) Is Not A Major Factor Affecting Discounted Price, And Price Is Likely Influenced More By Brand, Capacity, And Discounts.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23FF91-ADD6-B8B4-9A23-413EF82CDEC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88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3A71CA-23F9-E879-2E03-77F7531EBCB7}"/>
              </a:ext>
            </a:extLst>
          </p:cNvPr>
          <p:cNvSpPr txBox="1"/>
          <p:nvPr/>
        </p:nvSpPr>
        <p:spPr>
          <a:xfrm>
            <a:off x="0" y="915064"/>
            <a:ext cx="121920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300" dirty="0"/>
              <a:t>Inconsistent Price Formats (₹ Symbol And Commas) Requiring Conversion To Numeric Values.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3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300" dirty="0"/>
              <a:t>Categorical Variations In Brand Names And Ratings Affecting Grouping And Aggregation.</a:t>
            </a:r>
          </a:p>
          <a:p>
            <a:endParaRPr lang="en-US" sz="23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300" dirty="0"/>
              <a:t>Limited Historical Data With Most Records Belonging To A Single Year.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3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300" dirty="0"/>
              <a:t>Uneven Distribution Of Tonnage Categories, Leading To Biased Comparisons.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3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300" dirty="0"/>
              <a:t>Customer Ratings Subject To Bias, Not Always Reflecting Actual Product Performance.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3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300" dirty="0"/>
              <a:t>Discount Influence On Price Analysis, Making True Cost Comparison Challenging.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F760C-0157-3E18-3926-0ABAAF928EC6}"/>
              </a:ext>
            </a:extLst>
          </p:cNvPr>
          <p:cNvSpPr txBox="1"/>
          <p:nvPr/>
        </p:nvSpPr>
        <p:spPr>
          <a:xfrm>
            <a:off x="4847304" y="87708"/>
            <a:ext cx="229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u="sng" dirty="0">
                <a:solidFill>
                  <a:srgbClr val="FF0000"/>
                </a:solidFill>
              </a:rPr>
              <a:t>Challenges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59D2D7-D5EB-3E59-1409-A7C4B780CC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684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2F0704-DC12-4528-C2FF-0CDF0BE25BB8}"/>
              </a:ext>
            </a:extLst>
          </p:cNvPr>
          <p:cNvSpPr txBox="1"/>
          <p:nvPr/>
        </p:nvSpPr>
        <p:spPr>
          <a:xfrm>
            <a:off x="206478" y="1214650"/>
            <a:ext cx="1219199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For a Buyer Like John :</a:t>
            </a:r>
          </a:p>
          <a:p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Prefer Mid-range Models For Best Value-for-money.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Compare Discount Amount, Not Just Final Price.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Premium Acs Can Be Worth Buying During Offers Due To Higher Discounts.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Choose Capacity Based On Room Requirement, Not Based Only On Price.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Star Rating Is More Useful For Electricity Savings, Not Price Prediction.</a:t>
            </a:r>
            <a:endParaRPr lang="en-IN" sz="2000" dirty="0"/>
          </a:p>
          <a:p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7D3913-9508-E118-65D4-6BD2F1D82013}"/>
              </a:ext>
            </a:extLst>
          </p:cNvPr>
          <p:cNvSpPr txBox="1"/>
          <p:nvPr/>
        </p:nvSpPr>
        <p:spPr>
          <a:xfrm>
            <a:off x="4085303" y="117987"/>
            <a:ext cx="35199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u="sng" dirty="0">
                <a:solidFill>
                  <a:srgbClr val="FF0000"/>
                </a:solidFill>
              </a:rPr>
              <a:t>Recommendations</a:t>
            </a:r>
            <a:endParaRPr lang="en-IN" sz="3000" b="1" u="sng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4120C1-EB8C-51C7-E6C0-3CC18B5258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2882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EB75-58D7-2127-D68F-BC0017281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40FA92-2BEE-3FDB-7203-A845C6635375}"/>
              </a:ext>
            </a:extLst>
          </p:cNvPr>
          <p:cNvSpPr txBox="1"/>
          <p:nvPr/>
        </p:nvSpPr>
        <p:spPr>
          <a:xfrm>
            <a:off x="4611329" y="176981"/>
            <a:ext cx="296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u="sng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783B13-C3BD-66E2-9BE0-2B91CFFC677E}"/>
              </a:ext>
            </a:extLst>
          </p:cNvPr>
          <p:cNvSpPr txBox="1"/>
          <p:nvPr/>
        </p:nvSpPr>
        <p:spPr>
          <a:xfrm>
            <a:off x="0" y="963562"/>
            <a:ext cx="121920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We Observed (Overall Market Behavior) 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AC Prices Are Not Uniform, They Vary Significantly Across Brands, Capacity, And Price Bands.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The Price Distribution Is Right-skewed, Meaning A Small Number Of Acs Are Extremely Expensive (Premium/Luxury Models).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Mid-range Acs Dominate The Market, Indicating Most Consumers Prefer Balanced Value Options.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Customer Ratings Remain Mostly Consistent Across Price Ranges, Meaning Expensive Acs Are Not Always Rated Higher.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Energy Star Rating Does Not Significantly Change Discounted Prices, Suggesting Price Is Influenced More By Brand And Features Than Energy Efficiency.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648886-297E-B09B-2C9F-914AD9988C7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109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FDBFE-5D52-6344-0EE9-F8BC4197D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3FFFCB-32A1-D8A5-4801-D947F5772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2AF606-7EC5-CA89-3840-50355830744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2111" y="5949686"/>
            <a:ext cx="2057687" cy="838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CAF01D-E345-DB88-CFD9-92E47EE1C91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585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1458</Words>
  <Application>Microsoft Office PowerPoint</Application>
  <PresentationFormat>Widescreen</PresentationFormat>
  <Paragraphs>210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Reddaveni Thirupathi</dc:creator>
  <cp:lastModifiedBy>Hemanth Kota</cp:lastModifiedBy>
  <cp:revision>1</cp:revision>
  <dcterms:created xsi:type="dcterms:W3CDTF">2026-01-28T08:47:26Z</dcterms:created>
  <dcterms:modified xsi:type="dcterms:W3CDTF">2026-01-31T10:15:05Z</dcterms:modified>
</cp:coreProperties>
</file>